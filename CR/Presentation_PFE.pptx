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67" r:id="rId14"/>
    <p:sldId id="268" r:id="rId15"/>
    <p:sldId id="269" r:id="rId16"/>
    <p:sldId id="271" r:id="rId17"/>
    <p:sldId id="270" r:id="rId18"/>
  </p:sldIdLst>
  <p:sldSz cx="12192000" cy="6858000"/>
  <p:notesSz cx="6858000" cy="9144000"/>
  <p:defaultTextStyle>
    <a:defPPr>
      <a:defRPr lang="en-GB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0840EF-D0EA-457B-9B9D-F3F93FE771A4}" v="27" dt="2026-01-29T21:55:49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132" y="61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el Chauvet" userId="d9b78660470a3240" providerId="LiveId" clId="{C89AC4F4-AFF2-4C9A-A119-DA3D2677413A}"/>
    <pc:docChg chg="undo custSel addSld delSld modSld">
      <pc:chgData name="Gael Chauvet" userId="d9b78660470a3240" providerId="LiveId" clId="{C89AC4F4-AFF2-4C9A-A119-DA3D2677413A}" dt="2026-01-29T21:55:58.255" v="422" actId="1076"/>
      <pc:docMkLst>
        <pc:docMk/>
      </pc:docMkLst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56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6"/>
            <ac:spMk id="1971701423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6"/>
            <ac:spMk id="2135210665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57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7"/>
            <ac:spMk id="965643081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7"/>
            <ac:spMk id="1207714675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7"/>
            <ac:spMk id="1375591627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58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8"/>
            <ac:spMk id="1224031798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8"/>
            <ac:spMk id="1305413442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8"/>
            <ac:spMk id="1473875778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8"/>
            <ac:spMk id="2000260553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59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9"/>
            <ac:spMk id="656491572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9"/>
            <ac:spMk id="978480078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59"/>
            <ac:spMk id="1793647362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60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0"/>
            <ac:spMk id="227207917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0"/>
            <ac:spMk id="893369582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0"/>
            <ac:spMk id="956192299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0"/>
            <ac:spMk id="1436195282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61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1"/>
            <ac:spMk id="1219435151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1"/>
            <ac:spMk id="1285907199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1"/>
            <ac:spMk id="2033495573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1"/>
            <ac:spMk id="2065548379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62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2"/>
            <ac:spMk id="101397041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2"/>
            <ac:spMk id="689387526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2"/>
            <ac:spMk id="899933483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2"/>
            <ac:spMk id="1652110690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63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3"/>
            <ac:spMk id="594385368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3"/>
            <ac:spMk id="2109573538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3"/>
            <ac:spMk id="2137186509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64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4"/>
            <ac:spMk id="101568447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4"/>
            <ac:spMk id="701206748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4"/>
            <ac:spMk id="1332190713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65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5"/>
            <ac:spMk id="1183545330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5"/>
            <ac:spMk id="1665362919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5"/>
            <ac:spMk id="1777033340" creationId="{00000000-0000-0000-0000-000000000000}"/>
          </ac:spMkLst>
        </pc:spChg>
      </pc:sldChg>
      <pc:sldChg chg="modSp">
        <pc:chgData name="Gael Chauvet" userId="d9b78660470a3240" providerId="LiveId" clId="{C89AC4F4-AFF2-4C9A-A119-DA3D2677413A}" dt="2026-01-29T20:33:26.883" v="11"/>
        <pc:sldMkLst>
          <pc:docMk/>
          <pc:sldMk cId="0" sldId="266"/>
        </pc:sldMkLst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6"/>
            <ac:spMk id="689577517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6"/>
            <ac:spMk id="1059539457" creationId="{00000000-0000-0000-0000-000000000000}"/>
          </ac:spMkLst>
        </pc:spChg>
        <pc:spChg chg="mod">
          <ac:chgData name="Gael Chauvet" userId="d9b78660470a3240" providerId="LiveId" clId="{C89AC4F4-AFF2-4C9A-A119-DA3D2677413A}" dt="2026-01-29T20:33:26.883" v="11"/>
          <ac:spMkLst>
            <pc:docMk/>
            <pc:sldMk cId="0" sldId="266"/>
            <ac:spMk id="1197395050" creationId="{00000000-0000-0000-0000-000000000000}"/>
          </ac:spMkLst>
        </pc:spChg>
      </pc:sldChg>
      <pc:sldChg chg="addSp delSp modSp new mod setBg">
        <pc:chgData name="Gael Chauvet" userId="d9b78660470a3240" providerId="LiveId" clId="{C89AC4F4-AFF2-4C9A-A119-DA3D2677413A}" dt="2026-01-29T20:34:29.245" v="35" actId="478"/>
        <pc:sldMkLst>
          <pc:docMk/>
          <pc:sldMk cId="659029457" sldId="267"/>
        </pc:sldMkLst>
        <pc:spChg chg="mod">
          <ac:chgData name="Gael Chauvet" userId="d9b78660470a3240" providerId="LiveId" clId="{C89AC4F4-AFF2-4C9A-A119-DA3D2677413A}" dt="2026-01-29T20:34:22.430" v="32" actId="1076"/>
          <ac:spMkLst>
            <pc:docMk/>
            <pc:sldMk cId="659029457" sldId="267"/>
            <ac:spMk id="2" creationId="{0F983E3C-CA4D-BC4B-ED19-45E7D2B5532D}"/>
          </ac:spMkLst>
        </pc:spChg>
        <pc:spChg chg="del mod">
          <ac:chgData name="Gael Chauvet" userId="d9b78660470a3240" providerId="LiveId" clId="{C89AC4F4-AFF2-4C9A-A119-DA3D2677413A}" dt="2026-01-29T20:33:51.570" v="17" actId="478"/>
          <ac:spMkLst>
            <pc:docMk/>
            <pc:sldMk cId="659029457" sldId="267"/>
            <ac:spMk id="3" creationId="{69487580-C4CC-F1D9-36AB-27397CDDB0DE}"/>
          </ac:spMkLst>
        </pc:spChg>
        <pc:spChg chg="del mod">
          <ac:chgData name="Gael Chauvet" userId="d9b78660470a3240" providerId="LiveId" clId="{C89AC4F4-AFF2-4C9A-A119-DA3D2677413A}" dt="2026-01-29T20:34:29.245" v="35" actId="478"/>
          <ac:spMkLst>
            <pc:docMk/>
            <pc:sldMk cId="659029457" sldId="267"/>
            <ac:spMk id="4" creationId="{E5D8D155-4D02-9F44-56C8-8BE12513DB64}"/>
          </ac:spMkLst>
        </pc:spChg>
        <pc:spChg chg="add del">
          <ac:chgData name="Gael Chauvet" userId="d9b78660470a3240" providerId="LiveId" clId="{C89AC4F4-AFF2-4C9A-A119-DA3D2677413A}" dt="2026-01-29T20:33:41.702" v="13" actId="26606"/>
          <ac:spMkLst>
            <pc:docMk/>
            <pc:sldMk cId="659029457" sldId="267"/>
            <ac:spMk id="9" creationId="{3677BAFB-3BD3-41BB-9107-FAE224AE21C4}"/>
          </ac:spMkLst>
        </pc:spChg>
        <pc:spChg chg="add">
          <ac:chgData name="Gael Chauvet" userId="d9b78660470a3240" providerId="LiveId" clId="{C89AC4F4-AFF2-4C9A-A119-DA3D2677413A}" dt="2026-01-29T20:33:42.277" v="16" actId="26606"/>
          <ac:spMkLst>
            <pc:docMk/>
            <pc:sldMk cId="659029457" sldId="267"/>
            <ac:spMk id="10" creationId="{676A1B86-DC99-46B9-B5AA-A7E928EA9CF7}"/>
          </ac:spMkLst>
        </pc:spChg>
        <pc:spChg chg="add del">
          <ac:chgData name="Gael Chauvet" userId="d9b78660470a3240" providerId="LiveId" clId="{C89AC4F4-AFF2-4C9A-A119-DA3D2677413A}" dt="2026-01-29T20:33:41.702" v="13" actId="26606"/>
          <ac:spMkLst>
            <pc:docMk/>
            <pc:sldMk cId="659029457" sldId="267"/>
            <ac:spMk id="11" creationId="{E6823A9B-C188-42D4-847C-3AD928DB145C}"/>
          </ac:spMkLst>
        </pc:spChg>
        <pc:spChg chg="add">
          <ac:chgData name="Gael Chauvet" userId="d9b78660470a3240" providerId="LiveId" clId="{C89AC4F4-AFF2-4C9A-A119-DA3D2677413A}" dt="2026-01-29T20:33:42.277" v="16" actId="26606"/>
          <ac:spMkLst>
            <pc:docMk/>
            <pc:sldMk cId="659029457" sldId="267"/>
            <ac:spMk id="12" creationId="{E9304FFE-74E9-4316-B822-F35A685E2D09}"/>
          </ac:spMkLst>
        </pc:spChg>
        <pc:spChg chg="add del">
          <ac:chgData name="Gael Chauvet" userId="d9b78660470a3240" providerId="LiveId" clId="{C89AC4F4-AFF2-4C9A-A119-DA3D2677413A}" dt="2026-01-29T20:33:41.702" v="13" actId="26606"/>
          <ac:spMkLst>
            <pc:docMk/>
            <pc:sldMk cId="659029457" sldId="267"/>
            <ac:spMk id="13" creationId="{34B557F3-1A0C-4749-A6DB-EAC082DF390B}"/>
          </ac:spMkLst>
        </pc:spChg>
        <pc:spChg chg="add del">
          <ac:chgData name="Gael Chauvet" userId="d9b78660470a3240" providerId="LiveId" clId="{C89AC4F4-AFF2-4C9A-A119-DA3D2677413A}" dt="2026-01-29T20:33:41.702" v="13" actId="26606"/>
          <ac:spMkLst>
            <pc:docMk/>
            <pc:sldMk cId="659029457" sldId="267"/>
            <ac:spMk id="15" creationId="{55D55AA6-3751-494F-868A-DCEDC5CE82BF}"/>
          </ac:spMkLst>
        </pc:spChg>
        <pc:spChg chg="add del">
          <ac:chgData name="Gael Chauvet" userId="d9b78660470a3240" providerId="LiveId" clId="{C89AC4F4-AFF2-4C9A-A119-DA3D2677413A}" dt="2026-01-29T20:33:41.702" v="13" actId="26606"/>
          <ac:spMkLst>
            <pc:docMk/>
            <pc:sldMk cId="659029457" sldId="267"/>
            <ac:spMk id="17" creationId="{4D4C00DC-4DC6-4CD2-9E31-F17E6CEBC5A6}"/>
          </ac:spMkLst>
        </pc:spChg>
        <pc:spChg chg="add del">
          <ac:chgData name="Gael Chauvet" userId="d9b78660470a3240" providerId="LiveId" clId="{C89AC4F4-AFF2-4C9A-A119-DA3D2677413A}" dt="2026-01-29T20:33:41.702" v="13" actId="26606"/>
          <ac:spMkLst>
            <pc:docMk/>
            <pc:sldMk cId="659029457" sldId="267"/>
            <ac:spMk id="19" creationId="{D82AB1B2-7970-42CF-8BF5-567C69E9FFFB}"/>
          </ac:spMkLst>
        </pc:spChg>
        <pc:spChg chg="add del">
          <ac:chgData name="Gael Chauvet" userId="d9b78660470a3240" providerId="LiveId" clId="{C89AC4F4-AFF2-4C9A-A119-DA3D2677413A}" dt="2026-01-29T20:33:41.702" v="13" actId="26606"/>
          <ac:spMkLst>
            <pc:docMk/>
            <pc:sldMk cId="659029457" sldId="267"/>
            <ac:spMk id="25" creationId="{C10FB9CA-E7FA-462C-B537-F1224ED1ACF4}"/>
          </ac:spMkLst>
        </pc:spChg>
        <pc:spChg chg="add del">
          <ac:chgData name="Gael Chauvet" userId="d9b78660470a3240" providerId="LiveId" clId="{C89AC4F4-AFF2-4C9A-A119-DA3D2677413A}" dt="2026-01-29T20:33:42.273" v="15" actId="26606"/>
          <ac:spMkLst>
            <pc:docMk/>
            <pc:sldMk cId="659029457" sldId="267"/>
            <ac:spMk id="200" creationId="{6F5A5072-7B47-4D32-B52A-4EBBF590B8A5}"/>
          </ac:spMkLst>
        </pc:spChg>
        <pc:spChg chg="add del">
          <ac:chgData name="Gael Chauvet" userId="d9b78660470a3240" providerId="LiveId" clId="{C89AC4F4-AFF2-4C9A-A119-DA3D2677413A}" dt="2026-01-29T20:33:42.273" v="15" actId="26606"/>
          <ac:spMkLst>
            <pc:docMk/>
            <pc:sldMk cId="659029457" sldId="267"/>
            <ac:spMk id="201" creationId="{9715DAF0-AE1B-46C9-8A6B-DB2AA05AB91D}"/>
          </ac:spMkLst>
        </pc:spChg>
        <pc:spChg chg="add del">
          <ac:chgData name="Gael Chauvet" userId="d9b78660470a3240" providerId="LiveId" clId="{C89AC4F4-AFF2-4C9A-A119-DA3D2677413A}" dt="2026-01-29T20:33:42.273" v="15" actId="26606"/>
          <ac:spMkLst>
            <pc:docMk/>
            <pc:sldMk cId="659029457" sldId="267"/>
            <ac:spMk id="202" creationId="{6016219D-510E-4184-9090-6D5578A87BD1}"/>
          </ac:spMkLst>
        </pc:spChg>
        <pc:spChg chg="add del">
          <ac:chgData name="Gael Chauvet" userId="d9b78660470a3240" providerId="LiveId" clId="{C89AC4F4-AFF2-4C9A-A119-DA3D2677413A}" dt="2026-01-29T20:33:42.273" v="15" actId="26606"/>
          <ac:spMkLst>
            <pc:docMk/>
            <pc:sldMk cId="659029457" sldId="267"/>
            <ac:spMk id="203" creationId="{AFF4A713-7B75-4B21-90D7-5AB19547C728}"/>
          </ac:spMkLst>
        </pc:spChg>
        <pc:spChg chg="add del">
          <ac:chgData name="Gael Chauvet" userId="d9b78660470a3240" providerId="LiveId" clId="{C89AC4F4-AFF2-4C9A-A119-DA3D2677413A}" dt="2026-01-29T20:33:42.273" v="15" actId="26606"/>
          <ac:spMkLst>
            <pc:docMk/>
            <pc:sldMk cId="659029457" sldId="267"/>
            <ac:spMk id="204" creationId="{DC631C0B-6DA6-4E57-8231-CE32B3434A7E}"/>
          </ac:spMkLst>
        </pc:spChg>
        <pc:spChg chg="add del">
          <ac:chgData name="Gael Chauvet" userId="d9b78660470a3240" providerId="LiveId" clId="{C89AC4F4-AFF2-4C9A-A119-DA3D2677413A}" dt="2026-01-29T20:33:42.273" v="15" actId="26606"/>
          <ac:spMkLst>
            <pc:docMk/>
            <pc:sldMk cId="659029457" sldId="267"/>
            <ac:spMk id="205" creationId="{C29501E6-A978-4A61-9689-9085AF97A53A}"/>
          </ac:spMkLst>
        </pc:spChg>
        <pc:picChg chg="add">
          <ac:chgData name="Gael Chauvet" userId="d9b78660470a3240" providerId="LiveId" clId="{C89AC4F4-AFF2-4C9A-A119-DA3D2677413A}" dt="2026-01-29T20:33:42.277" v="16" actId="26606"/>
          <ac:picMkLst>
            <pc:docMk/>
            <pc:sldMk cId="659029457" sldId="267"/>
            <ac:picMk id="6" creationId="{94526DC3-07B2-69CE-C632-A7481C040CF3}"/>
          </ac:picMkLst>
        </pc:picChg>
      </pc:sldChg>
      <pc:sldChg chg="addSp delSp modSp new mod setBg">
        <pc:chgData name="Gael Chauvet" userId="d9b78660470a3240" providerId="LiveId" clId="{C89AC4F4-AFF2-4C9A-A119-DA3D2677413A}" dt="2026-01-29T20:53:36.121" v="94" actId="478"/>
        <pc:sldMkLst>
          <pc:docMk/>
          <pc:sldMk cId="798120857" sldId="268"/>
        </pc:sldMkLst>
        <pc:spChg chg="mod">
          <ac:chgData name="Gael Chauvet" userId="d9b78660470a3240" providerId="LiveId" clId="{C89AC4F4-AFF2-4C9A-A119-DA3D2677413A}" dt="2026-01-29T20:53:30.321" v="91" actId="26606"/>
          <ac:spMkLst>
            <pc:docMk/>
            <pc:sldMk cId="798120857" sldId="268"/>
            <ac:spMk id="2" creationId="{BB76B682-5577-4F31-4022-B3D3477D87E8}"/>
          </ac:spMkLst>
        </pc:spChg>
        <pc:spChg chg="del mod">
          <ac:chgData name="Gael Chauvet" userId="d9b78660470a3240" providerId="LiveId" clId="{C89AC4F4-AFF2-4C9A-A119-DA3D2677413A}" dt="2026-01-29T20:53:35.157" v="93" actId="478"/>
          <ac:spMkLst>
            <pc:docMk/>
            <pc:sldMk cId="798120857" sldId="268"/>
            <ac:spMk id="3" creationId="{E56FE43A-27D0-6957-0FD7-BA4192D99B13}"/>
          </ac:spMkLst>
        </pc:spChg>
        <pc:spChg chg="del mod">
          <ac:chgData name="Gael Chauvet" userId="d9b78660470a3240" providerId="LiveId" clId="{C89AC4F4-AFF2-4C9A-A119-DA3D2677413A}" dt="2026-01-29T20:53:36.121" v="94" actId="478"/>
          <ac:spMkLst>
            <pc:docMk/>
            <pc:sldMk cId="798120857" sldId="268"/>
            <ac:spMk id="4" creationId="{5DCF0D20-216F-F2C8-7505-0F507ED8A421}"/>
          </ac:spMkLst>
        </pc:spChg>
        <pc:spChg chg="add">
          <ac:chgData name="Gael Chauvet" userId="d9b78660470a3240" providerId="LiveId" clId="{C89AC4F4-AFF2-4C9A-A119-DA3D2677413A}" dt="2026-01-29T20:53:30.321" v="91" actId="26606"/>
          <ac:spMkLst>
            <pc:docMk/>
            <pc:sldMk cId="798120857" sldId="268"/>
            <ac:spMk id="11" creationId="{DF05ACD0-FF4A-4F8F-B5C5-6A4EBD0D1B38}"/>
          </ac:spMkLst>
        </pc:spChg>
        <pc:spChg chg="add">
          <ac:chgData name="Gael Chauvet" userId="d9b78660470a3240" providerId="LiveId" clId="{C89AC4F4-AFF2-4C9A-A119-DA3D2677413A}" dt="2026-01-29T20:53:30.321" v="91" actId="26606"/>
          <ac:spMkLst>
            <pc:docMk/>
            <pc:sldMk cId="798120857" sldId="268"/>
            <ac:spMk id="13" creationId="{4C9AFA28-B5ED-4346-9AF7-68A157F16C7E}"/>
          </ac:spMkLst>
        </pc:spChg>
        <pc:picChg chg="add mod ord">
          <ac:chgData name="Gael Chauvet" userId="d9b78660470a3240" providerId="LiveId" clId="{C89AC4F4-AFF2-4C9A-A119-DA3D2677413A}" dt="2026-01-29T20:53:30.321" v="91" actId="26606"/>
          <ac:picMkLst>
            <pc:docMk/>
            <pc:sldMk cId="798120857" sldId="268"/>
            <ac:picMk id="6" creationId="{568D9D90-84E7-7450-9EF1-BEA3C83099B1}"/>
          </ac:picMkLst>
        </pc:picChg>
      </pc:sldChg>
      <pc:sldChg chg="delSp modSp new mod">
        <pc:chgData name="Gael Chauvet" userId="d9b78660470a3240" providerId="LiveId" clId="{C89AC4F4-AFF2-4C9A-A119-DA3D2677413A}" dt="2026-01-29T21:13:09.827" v="120" actId="478"/>
        <pc:sldMkLst>
          <pc:docMk/>
          <pc:sldMk cId="3398929560" sldId="269"/>
        </pc:sldMkLst>
        <pc:spChg chg="mod">
          <ac:chgData name="Gael Chauvet" userId="d9b78660470a3240" providerId="LiveId" clId="{C89AC4F4-AFF2-4C9A-A119-DA3D2677413A}" dt="2026-01-29T21:13:05.484" v="117" actId="1076"/>
          <ac:spMkLst>
            <pc:docMk/>
            <pc:sldMk cId="3398929560" sldId="269"/>
            <ac:spMk id="2" creationId="{DEC33717-04DF-BA4A-5C3D-388736955D43}"/>
          </ac:spMkLst>
        </pc:spChg>
        <pc:spChg chg="del">
          <ac:chgData name="Gael Chauvet" userId="d9b78660470a3240" providerId="LiveId" clId="{C89AC4F4-AFF2-4C9A-A119-DA3D2677413A}" dt="2026-01-29T21:13:07.660" v="118" actId="478"/>
          <ac:spMkLst>
            <pc:docMk/>
            <pc:sldMk cId="3398929560" sldId="269"/>
            <ac:spMk id="3" creationId="{59CB87E4-09C4-EAC4-DDD1-3E7EA7348C8E}"/>
          </ac:spMkLst>
        </pc:spChg>
        <pc:spChg chg="del mod">
          <ac:chgData name="Gael Chauvet" userId="d9b78660470a3240" providerId="LiveId" clId="{C89AC4F4-AFF2-4C9A-A119-DA3D2677413A}" dt="2026-01-29T21:13:09.827" v="120" actId="478"/>
          <ac:spMkLst>
            <pc:docMk/>
            <pc:sldMk cId="3398929560" sldId="269"/>
            <ac:spMk id="4" creationId="{568F306D-4164-4DC3-E93D-DCA84CE36B4F}"/>
          </ac:spMkLst>
        </pc:spChg>
      </pc:sldChg>
      <pc:sldChg chg="addSp delSp modSp add mod">
        <pc:chgData name="Gael Chauvet" userId="d9b78660470a3240" providerId="LiveId" clId="{C89AC4F4-AFF2-4C9A-A119-DA3D2677413A}" dt="2026-01-29T21:21:11.613" v="205" actId="478"/>
        <pc:sldMkLst>
          <pc:docMk/>
          <pc:sldMk cId="2134145801" sldId="270"/>
        </pc:sldMkLst>
        <pc:spChg chg="mod">
          <ac:chgData name="Gael Chauvet" userId="d9b78660470a3240" providerId="LiveId" clId="{C89AC4F4-AFF2-4C9A-A119-DA3D2677413A}" dt="2026-01-29T21:20:45.841" v="200" actId="313"/>
          <ac:spMkLst>
            <pc:docMk/>
            <pc:sldMk cId="2134145801" sldId="270"/>
            <ac:spMk id="2" creationId="{0DF0A3DF-2216-094D-44DB-53B6C034491C}"/>
          </ac:spMkLst>
        </pc:spChg>
        <pc:graphicFrameChg chg="add del mod modGraphic">
          <ac:chgData name="Gael Chauvet" userId="d9b78660470a3240" providerId="LiveId" clId="{C89AC4F4-AFF2-4C9A-A119-DA3D2677413A}" dt="2026-01-29T21:21:11.613" v="205" actId="478"/>
          <ac:graphicFrameMkLst>
            <pc:docMk/>
            <pc:sldMk cId="2134145801" sldId="270"/>
            <ac:graphicFrameMk id="13" creationId="{8565EF64-D69C-BE78-9A69-402A5DA92C7D}"/>
          </ac:graphicFrameMkLst>
        </pc:graphicFrameChg>
        <pc:picChg chg="add mod">
          <ac:chgData name="Gael Chauvet" userId="d9b78660470a3240" providerId="LiveId" clId="{C89AC4F4-AFF2-4C9A-A119-DA3D2677413A}" dt="2026-01-29T21:13:54.886" v="177" actId="1076"/>
          <ac:picMkLst>
            <pc:docMk/>
            <pc:sldMk cId="2134145801" sldId="270"/>
            <ac:picMk id="4" creationId="{D2ABCF07-7615-3888-E2D1-2F38F9E856E0}"/>
          </ac:picMkLst>
        </pc:picChg>
        <pc:picChg chg="add mod">
          <ac:chgData name="Gael Chauvet" userId="d9b78660470a3240" providerId="LiveId" clId="{C89AC4F4-AFF2-4C9A-A119-DA3D2677413A}" dt="2026-01-29T21:15:53.257" v="199" actId="207"/>
          <ac:picMkLst>
            <pc:docMk/>
            <pc:sldMk cId="2134145801" sldId="270"/>
            <ac:picMk id="6" creationId="{D6E081BD-BF8D-6DF6-E4F6-077B0D3CF30A}"/>
          </ac:picMkLst>
        </pc:picChg>
        <pc:picChg chg="add mod">
          <ac:chgData name="Gael Chauvet" userId="d9b78660470a3240" providerId="LiveId" clId="{C89AC4F4-AFF2-4C9A-A119-DA3D2677413A}" dt="2026-01-29T21:15:53.257" v="199" actId="207"/>
          <ac:picMkLst>
            <pc:docMk/>
            <pc:sldMk cId="2134145801" sldId="270"/>
            <ac:picMk id="8" creationId="{EC505D27-4873-7BFA-2EC0-DED4954235D4}"/>
          </ac:picMkLst>
        </pc:picChg>
        <pc:picChg chg="add mod">
          <ac:chgData name="Gael Chauvet" userId="d9b78660470a3240" providerId="LiveId" clId="{C89AC4F4-AFF2-4C9A-A119-DA3D2677413A}" dt="2026-01-29T21:15:53.257" v="199" actId="207"/>
          <ac:picMkLst>
            <pc:docMk/>
            <pc:sldMk cId="2134145801" sldId="270"/>
            <ac:picMk id="10" creationId="{CE4983D8-9EFF-DB2A-F6EF-C2F7F82372C8}"/>
          </ac:picMkLst>
        </pc:picChg>
        <pc:picChg chg="add mod">
          <ac:chgData name="Gael Chauvet" userId="d9b78660470a3240" providerId="LiveId" clId="{C89AC4F4-AFF2-4C9A-A119-DA3D2677413A}" dt="2026-01-29T21:15:53.257" v="199" actId="207"/>
          <ac:picMkLst>
            <pc:docMk/>
            <pc:sldMk cId="2134145801" sldId="270"/>
            <ac:picMk id="12" creationId="{103895B3-08DB-DDC2-B493-146D02E0EC77}"/>
          </ac:picMkLst>
        </pc:picChg>
      </pc:sldChg>
      <pc:sldChg chg="addSp delSp modSp add mod">
        <pc:chgData name="Gael Chauvet" userId="d9b78660470a3240" providerId="LiveId" clId="{C89AC4F4-AFF2-4C9A-A119-DA3D2677413A}" dt="2026-01-29T21:25:50.654" v="289" actId="1076"/>
        <pc:sldMkLst>
          <pc:docMk/>
          <pc:sldMk cId="2555647377" sldId="271"/>
        </pc:sldMkLst>
        <pc:spChg chg="mod">
          <ac:chgData name="Gael Chauvet" userId="d9b78660470a3240" providerId="LiveId" clId="{C89AC4F4-AFF2-4C9A-A119-DA3D2677413A}" dt="2026-01-29T21:22:05.995" v="275" actId="1076"/>
          <ac:spMkLst>
            <pc:docMk/>
            <pc:sldMk cId="2555647377" sldId="271"/>
            <ac:spMk id="2" creationId="{F56F4B9E-FCFE-60E9-6748-D1EA9F01AAA9}"/>
          </ac:spMkLst>
        </pc:spChg>
        <pc:picChg chg="add mod">
          <ac:chgData name="Gael Chauvet" userId="d9b78660470a3240" providerId="LiveId" clId="{C89AC4F4-AFF2-4C9A-A119-DA3D2677413A}" dt="2026-01-29T21:25:48.039" v="288" actId="207"/>
          <ac:picMkLst>
            <pc:docMk/>
            <pc:sldMk cId="2555647377" sldId="271"/>
            <ac:picMk id="4" creationId="{3031E5E9-705A-94EF-7A98-D667D148FC26}"/>
          </ac:picMkLst>
        </pc:picChg>
        <pc:picChg chg="add del mod">
          <ac:chgData name="Gael Chauvet" userId="d9b78660470a3240" providerId="LiveId" clId="{C89AC4F4-AFF2-4C9A-A119-DA3D2677413A}" dt="2026-01-29T21:24:06.623" v="280" actId="478"/>
          <ac:picMkLst>
            <pc:docMk/>
            <pc:sldMk cId="2555647377" sldId="271"/>
            <ac:picMk id="1026" creationId="{0DFC211C-8D19-DD84-E05F-06E797A965F2}"/>
          </ac:picMkLst>
        </pc:picChg>
        <pc:picChg chg="add mod">
          <ac:chgData name="Gael Chauvet" userId="d9b78660470a3240" providerId="LiveId" clId="{C89AC4F4-AFF2-4C9A-A119-DA3D2677413A}" dt="2026-01-29T21:25:50.654" v="289" actId="1076"/>
          <ac:picMkLst>
            <pc:docMk/>
            <pc:sldMk cId="2555647377" sldId="271"/>
            <ac:picMk id="1028" creationId="{75AB9269-829E-F0A6-9826-7DA578E43449}"/>
          </ac:picMkLst>
        </pc:picChg>
      </pc:sldChg>
      <pc:sldChg chg="modSp new del mod">
        <pc:chgData name="Gael Chauvet" userId="d9b78660470a3240" providerId="LiveId" clId="{C89AC4F4-AFF2-4C9A-A119-DA3D2677413A}" dt="2026-01-29T21:21:52.413" v="243" actId="47"/>
        <pc:sldMkLst>
          <pc:docMk/>
          <pc:sldMk cId="3967441634" sldId="271"/>
        </pc:sldMkLst>
        <pc:spChg chg="mod">
          <ac:chgData name="Gael Chauvet" userId="d9b78660470a3240" providerId="LiveId" clId="{C89AC4F4-AFF2-4C9A-A119-DA3D2677413A}" dt="2026-01-29T21:21:50.400" v="242" actId="20577"/>
          <ac:spMkLst>
            <pc:docMk/>
            <pc:sldMk cId="3967441634" sldId="271"/>
            <ac:spMk id="2" creationId="{4155534E-514F-7149-FB8E-7D9C1427D7C2}"/>
          </ac:spMkLst>
        </pc:spChg>
      </pc:sldChg>
      <pc:sldChg chg="addSp delSp modSp add del mod setBg addAnim delAnim delDesignElem">
        <pc:chgData name="Gael Chauvet" userId="d9b78660470a3240" providerId="LiveId" clId="{C89AC4F4-AFF2-4C9A-A119-DA3D2677413A}" dt="2026-01-29T21:53:59.472" v="344" actId="47"/>
        <pc:sldMkLst>
          <pc:docMk/>
          <pc:sldMk cId="675691704" sldId="272"/>
        </pc:sldMkLst>
        <pc:spChg chg="mod">
          <ac:chgData name="Gael Chauvet" userId="d9b78660470a3240" providerId="LiveId" clId="{C89AC4F4-AFF2-4C9A-A119-DA3D2677413A}" dt="2026-01-29T21:53:58.677" v="343" actId="404"/>
          <ac:spMkLst>
            <pc:docMk/>
            <pc:sldMk cId="675691704" sldId="272"/>
            <ac:spMk id="2" creationId="{BDD029F3-31C9-8424-CF62-8365344CD89F}"/>
          </ac:spMkLst>
        </pc:spChg>
        <pc:spChg chg="add del">
          <ac:chgData name="Gael Chauvet" userId="d9b78660470a3240" providerId="LiveId" clId="{C89AC4F4-AFF2-4C9A-A119-DA3D2677413A}" dt="2026-01-29T21:53:55.524" v="340" actId="26606"/>
          <ac:spMkLst>
            <pc:docMk/>
            <pc:sldMk cId="675691704" sldId="272"/>
            <ac:spMk id="5" creationId="{E9304FFE-74E9-4316-B822-F35A685E2D09}"/>
          </ac:spMkLst>
        </pc:spChg>
        <pc:spChg chg="add del">
          <ac:chgData name="Gael Chauvet" userId="d9b78660470a3240" providerId="LiveId" clId="{C89AC4F4-AFF2-4C9A-A119-DA3D2677413A}" dt="2026-01-29T21:53:55.524" v="340" actId="26606"/>
          <ac:spMkLst>
            <pc:docMk/>
            <pc:sldMk cId="675691704" sldId="272"/>
            <ac:spMk id="8" creationId="{676A1B86-DC99-46B9-B5AA-A7E928EA9CF7}"/>
          </ac:spMkLst>
        </pc:spChg>
        <pc:spChg chg="del">
          <ac:chgData name="Gael Chauvet" userId="d9b78660470a3240" providerId="LiveId" clId="{C89AC4F4-AFF2-4C9A-A119-DA3D2677413A}" dt="2026-01-29T21:53:23.651" v="291"/>
          <ac:spMkLst>
            <pc:docMk/>
            <pc:sldMk cId="675691704" sldId="272"/>
            <ac:spMk id="10" creationId="{E44FB686-9495-48AC-72E9-E2F52C151CE9}"/>
          </ac:spMkLst>
        </pc:spChg>
        <pc:spChg chg="del">
          <ac:chgData name="Gael Chauvet" userId="d9b78660470a3240" providerId="LiveId" clId="{C89AC4F4-AFF2-4C9A-A119-DA3D2677413A}" dt="2026-01-29T21:53:23.651" v="291"/>
          <ac:spMkLst>
            <pc:docMk/>
            <pc:sldMk cId="675691704" sldId="272"/>
            <ac:spMk id="12" creationId="{48D61A62-3650-5F55-54C9-D39A74EA4EBF}"/>
          </ac:spMkLst>
        </pc:spChg>
        <pc:picChg chg="add del">
          <ac:chgData name="Gael Chauvet" userId="d9b78660470a3240" providerId="LiveId" clId="{C89AC4F4-AFF2-4C9A-A119-DA3D2677413A}" dt="2026-01-29T21:53:55.524" v="340" actId="26606"/>
          <ac:picMkLst>
            <pc:docMk/>
            <pc:sldMk cId="675691704" sldId="272"/>
            <ac:picMk id="4" creationId="{378F3005-76EB-4EE6-4356-FCFBB445A2D1}"/>
          </ac:picMkLst>
        </pc:picChg>
        <pc:picChg chg="add del">
          <ac:chgData name="Gael Chauvet" userId="d9b78660470a3240" providerId="LiveId" clId="{C89AC4F4-AFF2-4C9A-A119-DA3D2677413A}" dt="2026-01-29T21:53:56.620" v="341" actId="478"/>
          <ac:picMkLst>
            <pc:docMk/>
            <pc:sldMk cId="675691704" sldId="272"/>
            <ac:picMk id="6" creationId="{0A56BF01-6183-6884-385A-4B427280032A}"/>
          </ac:picMkLst>
        </pc:picChg>
      </pc:sldChg>
      <pc:sldChg chg="addSp delSp modSp add mod setBg">
        <pc:chgData name="Gael Chauvet" userId="d9b78660470a3240" providerId="LiveId" clId="{C89AC4F4-AFF2-4C9A-A119-DA3D2677413A}" dt="2026-01-29T21:55:58.255" v="422" actId="1076"/>
        <pc:sldMkLst>
          <pc:docMk/>
          <pc:sldMk cId="2553194390" sldId="272"/>
        </pc:sldMkLst>
        <pc:spChg chg="mod">
          <ac:chgData name="Gael Chauvet" userId="d9b78660470a3240" providerId="LiveId" clId="{C89AC4F4-AFF2-4C9A-A119-DA3D2677413A}" dt="2026-01-29T21:55:06.300" v="407" actId="2711"/>
          <ac:spMkLst>
            <pc:docMk/>
            <pc:sldMk cId="2553194390" sldId="272"/>
            <ac:spMk id="2" creationId="{E9157419-0202-DF90-0245-4B76F085E768}"/>
          </ac:spMkLst>
        </pc:spChg>
        <pc:spChg chg="add mod">
          <ac:chgData name="Gael Chauvet" userId="d9b78660470a3240" providerId="LiveId" clId="{C89AC4F4-AFF2-4C9A-A119-DA3D2677413A}" dt="2026-01-29T21:54:55.880" v="405" actId="26606"/>
          <ac:spMkLst>
            <pc:docMk/>
            <pc:sldMk cId="2553194390" sldId="272"/>
            <ac:spMk id="3" creationId="{A27D13DE-6158-5C72-D41B-6C2CB92445C0}"/>
          </ac:spMkLst>
        </pc:spChg>
        <pc:spChg chg="add">
          <ac:chgData name="Gael Chauvet" userId="d9b78660470a3240" providerId="LiveId" clId="{C89AC4F4-AFF2-4C9A-A119-DA3D2677413A}" dt="2026-01-29T21:54:55.880" v="405" actId="26606"/>
          <ac:spMkLst>
            <pc:docMk/>
            <pc:sldMk cId="2553194390" sldId="272"/>
            <ac:spMk id="8" creationId="{BAD76F3E-3A97-486B-B402-44400A8B9173}"/>
          </ac:spMkLst>
        </pc:spChg>
        <pc:spChg chg="add">
          <ac:chgData name="Gael Chauvet" userId="d9b78660470a3240" providerId="LiveId" clId="{C89AC4F4-AFF2-4C9A-A119-DA3D2677413A}" dt="2026-01-29T21:54:55.880" v="405" actId="26606"/>
          <ac:spMkLst>
            <pc:docMk/>
            <pc:sldMk cId="2553194390" sldId="272"/>
            <ac:spMk id="10" creationId="{391F6B52-91F4-4AEB-B6DB-29FEBCF28C8B}"/>
          </ac:spMkLst>
        </pc:spChg>
        <pc:spChg chg="add">
          <ac:chgData name="Gael Chauvet" userId="d9b78660470a3240" providerId="LiveId" clId="{C89AC4F4-AFF2-4C9A-A119-DA3D2677413A}" dt="2026-01-29T21:54:55.880" v="405" actId="26606"/>
          <ac:spMkLst>
            <pc:docMk/>
            <pc:sldMk cId="2553194390" sldId="272"/>
            <ac:spMk id="12" creationId="{2CD6F061-7C53-44F4-9794-953DB70A451B}"/>
          </ac:spMkLst>
        </pc:spChg>
        <pc:picChg chg="add del mod">
          <ac:chgData name="Gael Chauvet" userId="d9b78660470a3240" providerId="LiveId" clId="{C89AC4F4-AFF2-4C9A-A119-DA3D2677413A}" dt="2026-01-29T21:55:18.874" v="410" actId="478"/>
          <ac:picMkLst>
            <pc:docMk/>
            <pc:sldMk cId="2553194390" sldId="272"/>
            <ac:picMk id="5" creationId="{F590F76F-6A47-7048-CE28-4EBDCCC4FBE3}"/>
          </ac:picMkLst>
        </pc:picChg>
        <pc:picChg chg="add mod">
          <ac:chgData name="Gael Chauvet" userId="d9b78660470a3240" providerId="LiveId" clId="{C89AC4F4-AFF2-4C9A-A119-DA3D2677413A}" dt="2026-01-29T21:55:58.255" v="422" actId="1076"/>
          <ac:picMkLst>
            <pc:docMk/>
            <pc:sldMk cId="2553194390" sldId="272"/>
            <ac:picMk id="7" creationId="{0792534D-95E8-2852-66E0-4F66248FFACF}"/>
          </ac:picMkLst>
        </pc:picChg>
        <pc:picChg chg="add mod">
          <ac:chgData name="Gael Chauvet" userId="d9b78660470a3240" providerId="LiveId" clId="{C89AC4F4-AFF2-4C9A-A119-DA3D2677413A}" dt="2026-01-29T21:55:52.800" v="420" actId="1076"/>
          <ac:picMkLst>
            <pc:docMk/>
            <pc:sldMk cId="2553194390" sldId="272"/>
            <ac:picMk id="11" creationId="{DE60CC94-E546-EBAB-CF35-C4CF9F4D1BF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5663531" name="Espace réservé d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98792798" name="Espace réservé pour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fr-FR"/>
              <a:t>29/01/2026</a:t>
            </a:fld>
            <a:endParaRPr lang="fr-FR"/>
          </a:p>
        </p:txBody>
      </p:sp>
      <p:sp>
        <p:nvSpPr>
          <p:cNvPr id="875543250" name="Espace réservé pour l'image de la diapositive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1197618634" name="Remarques Espace réservé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737484644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76544343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896177" name="Espace réservé pour l'image de la diapositive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3446305" name="Remarques Espace réservé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fr-FR">
              <a:latin typeface="Arial"/>
              <a:cs typeface="Arial"/>
            </a:endParaRPr>
          </a:p>
        </p:txBody>
      </p:sp>
      <p:sp>
        <p:nvSpPr>
          <p:cNvPr id="2063530859" name="Espace réservé pour le numéro de diapositive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fr-FR"/>
              <a:t>1</a:t>
            </a:fld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43741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226083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061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98CF4C-DF85-306F-6063-25A36D7F9FA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59299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96733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936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8169AB-9172-3A06-5F8E-D6B62CDA6B7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0517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1787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3797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40A21-BCCE-98A4-701D-39C45B924357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667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71996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894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DBE6F6-7276-366D-C2A1-41D736A08596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65776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068997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5785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83766B-D267-A387-A62B-F0081F3DBC40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39679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70390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738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4266D5-73A1-54C4-04CE-D4B3E2B50860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364DD0-CA69-29AB-DE81-FDF42785DA1D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A99C6E-1B03-FE2B-1F63-CEFDE5734355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022927-5078-EE08-45A7-AD96B8C99A3E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D3EAFE-70D4-24C6-4322-7BBA93C6B330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2048293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1240399984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</a:p>
        </p:txBody>
      </p:sp>
      <p:sp>
        <p:nvSpPr>
          <p:cNvPr id="1490822102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705500784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554814798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14574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1150628727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924422811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758706057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9374381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965318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1871778658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45032999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166769557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10393316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723922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830757372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1563831490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480071126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89566129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055577025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155316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1651647358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400436157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1995070145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561444073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97026910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144942243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827100226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26029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610753270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410394645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398827524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2240291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836989763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46750421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930880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879073902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1651204453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54302228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2050689378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91696313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316497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1931571289" name="Espace réservé pour une image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</a:p>
        </p:txBody>
      </p:sp>
      <p:sp>
        <p:nvSpPr>
          <p:cNvPr id="326188886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859907290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933874769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18975890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61805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1892458327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327774536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122112209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139899662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972882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1963219987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380805657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16931734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490729509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57422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</a:p>
        </p:txBody>
      </p:sp>
      <p:sp>
        <p:nvSpPr>
          <p:cNvPr id="1505348625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</a:p>
        </p:txBody>
      </p:sp>
      <p:sp>
        <p:nvSpPr>
          <p:cNvPr id="1617478620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t>04/02/2026</a:t>
            </a:r>
          </a:p>
        </p:txBody>
      </p:sp>
      <p:sp>
        <p:nvSpPr>
          <p:cNvPr id="1067707036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33356020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9145806" name="Title 1"/>
          <p:cNvSpPr>
            <a:spLocks noGrp="1"/>
          </p:cNvSpPr>
          <p:nvPr>
            <p:ph type="ctrTitle"/>
          </p:nvPr>
        </p:nvSpPr>
        <p:spPr bwMode="auto">
          <a:xfrm>
            <a:off x="1523999" y="424996"/>
            <a:ext cx="9144000" cy="2387599"/>
          </a:xfrm>
        </p:spPr>
        <p:txBody>
          <a:bodyPr/>
          <a:lstStyle/>
          <a:p>
            <a:pPr>
              <a:defRPr/>
            </a:pPr>
            <a:r>
              <a:rPr lang="en-GB"/>
              <a:t>Final Project Presentation</a:t>
            </a:r>
          </a:p>
        </p:txBody>
      </p:sp>
      <p:sp>
        <p:nvSpPr>
          <p:cNvPr id="74619587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2904671"/>
            <a:ext cx="9144000" cy="1655761"/>
          </a:xfrm>
        </p:spPr>
        <p:txBody>
          <a:bodyPr/>
          <a:lstStyle/>
          <a:p>
            <a:pPr>
              <a:defRPr/>
            </a:pPr>
            <a:r>
              <a:rPr lang="en-GB"/>
              <a:t>Laser Tag System by Gaël Chauvet</a:t>
            </a:r>
          </a:p>
        </p:txBody>
      </p:sp>
      <p:sp>
        <p:nvSpPr>
          <p:cNvPr id="1971701423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8D0B6D8-D5A5-08F7-E169-A4E5249FEDE5}" type="slidenum">
              <a:rPr lang="fr-FR"/>
              <a:t>1</a:t>
            </a:fld>
            <a:endParaRPr/>
          </a:p>
        </p:txBody>
      </p:sp>
      <p:sp>
        <p:nvSpPr>
          <p:cNvPr id="2135210665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pic>
        <p:nvPicPr>
          <p:cNvPr id="59867102" name="Image 5986710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581399" y="3343955"/>
            <a:ext cx="5029199" cy="2734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7714675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Project and system description</a:t>
            </a:r>
          </a:p>
        </p:txBody>
      </p:sp>
      <p:sp>
        <p:nvSpPr>
          <p:cNvPr id="284123368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4560133" y="1825624"/>
            <a:ext cx="6793665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91627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8554F39-F816-CC70-5843-C0DA66E0FFFA}" type="slidenum">
              <a:rPr lang="fr-FR"/>
              <a:t>2</a:t>
            </a:fld>
            <a:endParaRPr/>
          </a:p>
        </p:txBody>
      </p:sp>
      <p:sp>
        <p:nvSpPr>
          <p:cNvPr id="965643081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pic>
        <p:nvPicPr>
          <p:cNvPr id="2014333340" name="Image 2014333339"/>
          <p:cNvPicPr>
            <a:picLocks noChangeAspect="1"/>
          </p:cNvPicPr>
          <p:nvPr/>
        </p:nvPicPr>
        <p:blipFill rotWithShape="1">
          <a:blip r:embed="rId3"/>
          <a:srcRect r="29998"/>
          <a:stretch/>
        </p:blipFill>
        <p:spPr bwMode="auto">
          <a:xfrm>
            <a:off x="1025298" y="1825624"/>
            <a:ext cx="2879271" cy="41131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41344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Choice of communication Technology</a:t>
            </a:r>
          </a:p>
        </p:txBody>
      </p:sp>
      <p:sp>
        <p:nvSpPr>
          <p:cNvPr id="1473875778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260553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8BCACA-0982-66A4-4E44-6A58C6D6DC4C}" type="slidenum">
              <a:rPr lang="fr-FR"/>
              <a:t>3</a:t>
            </a:fld>
            <a:endParaRPr/>
          </a:p>
        </p:txBody>
      </p:sp>
      <p:sp>
        <p:nvSpPr>
          <p:cNvPr id="1224031798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64736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Choice of communication Technology 2</a:t>
            </a:r>
            <a:endParaRPr sz="4400"/>
          </a:p>
        </p:txBody>
      </p:sp>
      <p:sp>
        <p:nvSpPr>
          <p:cNvPr id="212014779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198" y="1825624"/>
            <a:ext cx="5181599" cy="2800803"/>
          </a:xfrm>
        </p:spPr>
        <p:txBody>
          <a:bodyPr/>
          <a:lstStyle/>
          <a:p>
            <a:pPr>
              <a:defRPr/>
            </a:pPr>
            <a:r>
              <a:t>IR</a:t>
            </a:r>
          </a:p>
        </p:txBody>
      </p:sp>
      <p:sp>
        <p:nvSpPr>
          <p:cNvPr id="650899715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4"/>
            <a:ext cx="5181599" cy="2800803"/>
          </a:xfrm>
        </p:spPr>
        <p:txBody>
          <a:bodyPr/>
          <a:lstStyle/>
          <a:p>
            <a:pPr>
              <a:defRPr/>
            </a:pPr>
            <a:r>
              <a:t>Lase</a:t>
            </a:r>
          </a:p>
        </p:txBody>
      </p:sp>
      <p:sp>
        <p:nvSpPr>
          <p:cNvPr id="656491572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E5FCCA-4187-B5C6-F005-FDC694FE9EBA}" type="slidenum">
              <a:rPr lang="fr-FR"/>
              <a:t>4</a:t>
            </a:fld>
            <a:endParaRPr/>
          </a:p>
        </p:txBody>
      </p:sp>
      <p:sp>
        <p:nvSpPr>
          <p:cNvPr id="978480078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336958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RGB LEDs</a:t>
            </a:r>
          </a:p>
        </p:txBody>
      </p:sp>
      <p:sp>
        <p:nvSpPr>
          <p:cNvPr id="1436195282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207917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041B07B-4BE3-83D6-CBBE-6B3D0E28D179}" type="slidenum">
              <a:rPr lang="fr-FR"/>
              <a:t>5</a:t>
            </a:fld>
            <a:endParaRPr/>
          </a:p>
        </p:txBody>
      </p:sp>
      <p:sp>
        <p:nvSpPr>
          <p:cNvPr id="956192299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3495573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Server stored data</a:t>
            </a:r>
          </a:p>
        </p:txBody>
      </p:sp>
      <p:sp>
        <p:nvSpPr>
          <p:cNvPr id="1219435151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907199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DF27AFD-43EE-4899-356B-57C3E2D3357B}" type="slidenum">
              <a:rPr lang="fr-FR"/>
              <a:t>6</a:t>
            </a:fld>
            <a:endParaRPr/>
          </a:p>
        </p:txBody>
      </p:sp>
      <p:sp>
        <p:nvSpPr>
          <p:cNvPr id="2065548379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9933483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Video of functionnality</a:t>
            </a:r>
          </a:p>
        </p:txBody>
      </p:sp>
      <p:sp>
        <p:nvSpPr>
          <p:cNvPr id="101397041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feasibility</a:t>
            </a:r>
            <a:r>
              <a:t> of projet</a:t>
            </a:r>
          </a:p>
          <a:p>
            <a:pPr>
              <a:defRPr/>
            </a:pPr>
            <a:r>
              <a:t>(Describing what is happening on the screen)</a:t>
            </a:r>
          </a:p>
          <a:p>
            <a:pPr>
              <a:defRPr/>
            </a:pPr>
            <a:endParaRPr/>
          </a:p>
        </p:txBody>
      </p:sp>
      <p:sp>
        <p:nvSpPr>
          <p:cNvPr id="1652110690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208D9F0-C16A-429C-FBEB-5E3ADF800BBD}" type="slidenum">
              <a:rPr lang="fr-FR"/>
              <a:t>7</a:t>
            </a:fld>
            <a:endParaRPr/>
          </a:p>
        </p:txBody>
      </p:sp>
      <p:sp>
        <p:nvSpPr>
          <p:cNvPr id="689387526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385368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Thank you for your attention</a:t>
            </a:r>
            <a:endParaRPr/>
          </a:p>
        </p:txBody>
      </p:sp>
      <p:sp>
        <p:nvSpPr>
          <p:cNvPr id="2109573538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2137186509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159E1E4-1DDC-AAFE-4B0F-AF3554B29A48}" type="slidenum">
              <a:rPr lang="fr-FR"/>
              <a:t>8</a:t>
            </a:fld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190713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Exemple of code #1</a:t>
            </a:r>
            <a:endParaRPr/>
          </a:p>
        </p:txBody>
      </p:sp>
      <p:sp>
        <p:nvSpPr>
          <p:cNvPr id="701206748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01568447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A3A6BC6-A3CF-1FCD-B8B0-A4EF1A24EABF}" type="slidenum">
              <a:rPr lang="fr-FR"/>
              <a:t>9</a:t>
            </a:fld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536291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 of code #2</a:t>
            </a:r>
            <a:endParaRPr/>
          </a:p>
        </p:txBody>
      </p:sp>
      <p:sp>
        <p:nvSpPr>
          <p:cNvPr id="1777033340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183545330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3049145-3055-3470-E904-AF1360FED3B1}" type="slidenum">
              <a:rPr lang="fr-FR"/>
              <a:t>10</a:t>
            </a:fld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577517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 of code #3</a:t>
            </a:r>
            <a:endParaRPr/>
          </a:p>
        </p:txBody>
      </p:sp>
      <p:sp>
        <p:nvSpPr>
          <p:cNvPr id="1059539457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t>04/02/2026</a:t>
            </a:r>
          </a:p>
        </p:txBody>
      </p:sp>
      <p:sp>
        <p:nvSpPr>
          <p:cNvPr id="1197395050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42E42B6-B5E3-E305-D03A-552A20660560}" type="slidenum">
              <a:rPr lang="fr-FR"/>
              <a:t>11</a:t>
            </a:fld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6C5D74-A9E5-E4E7-8262-39D62A356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9157419-0202-DF90-0245-4B76F085E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093788"/>
            <a:ext cx="10506455" cy="2967208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</a:pPr>
            <a:r>
              <a:rPr lang="en-US" sz="8000" kern="1200" dirty="0">
                <a:solidFill>
                  <a:schemeClr val="tx1"/>
                </a:solidFill>
              </a:rPr>
              <a:t>Bonjour</a:t>
            </a: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A27D13DE-6158-5C72-D41B-6C2CB92445C0}"/>
              </a:ext>
            </a:extLst>
          </p:cNvPr>
          <p:cNvSpPr txBox="1">
            <a:spLocks/>
          </p:cNvSpPr>
          <p:nvPr/>
        </p:nvSpPr>
        <p:spPr bwMode="auto">
          <a:xfrm>
            <a:off x="7400924" y="4619624"/>
            <a:ext cx="3946779" cy="1038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l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spcBef>
                <a:spcPts val="1000"/>
              </a:spcBef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et </a:t>
            </a: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bienvenue</a:t>
            </a: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…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que 6" descr="Tasse de latte avec un remplissage uni">
            <a:extLst>
              <a:ext uri="{FF2B5EF4-FFF2-40B4-BE49-F238E27FC236}">
                <a16:creationId xmlns:a16="http://schemas.microsoft.com/office/drawing/2014/main" id="{0792534D-95E8-2852-66E0-4F66248FFA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43290" y="4924635"/>
            <a:ext cx="1466427" cy="1466427"/>
          </a:xfrm>
          <a:prstGeom prst="rect">
            <a:avLst/>
          </a:prstGeom>
        </p:spPr>
      </p:pic>
      <p:pic>
        <p:nvPicPr>
          <p:cNvPr id="11" name="Image 10" descr="Une image contenant Police, Graphique, logo, symbole&#10;&#10;Le contenu généré par l’IA peut être incorrect.">
            <a:extLst>
              <a:ext uri="{FF2B5EF4-FFF2-40B4-BE49-F238E27FC236}">
                <a16:creationId xmlns:a16="http://schemas.microsoft.com/office/drawing/2014/main" id="{DE60CC94-E546-EBAB-CF35-C4CF9F4D1B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975" y="512080"/>
            <a:ext cx="3499581" cy="109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194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76A1B86-DC99-46B9-B5AA-A7E928EA9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304FFE-74E9-4316-B822-F35A685E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983E3C-CA4D-BC4B-ED19-45E7D2B55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0161" y="1786190"/>
            <a:ext cx="7452636" cy="210170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spcBef>
                <a:spcPct val="0"/>
              </a:spcBef>
            </a:pPr>
            <a:r>
              <a:rPr lang="en-US" sz="54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Algerian" panose="04020705040A02060702" pitchFamily="82" charset="0"/>
              </a:rPr>
              <a:t>La </a:t>
            </a:r>
            <a:r>
              <a:rPr lang="en-US" sz="5400" kern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lgerian" panose="04020705040A02060702" pitchFamily="82" charset="0"/>
              </a:rPr>
              <a:t>démonstration</a:t>
            </a:r>
            <a:endParaRPr lang="en-US" sz="5400" kern="1200" dirty="0">
              <a:solidFill>
                <a:schemeClr val="tx1">
                  <a:lumMod val="85000"/>
                  <a:lumOff val="15000"/>
                </a:schemeClr>
              </a:solidFill>
              <a:latin typeface="Algerian" panose="04020705040A02060702" pitchFamily="82" charset="0"/>
            </a:endParaRPr>
          </a:p>
        </p:txBody>
      </p:sp>
      <p:pic>
        <p:nvPicPr>
          <p:cNvPr id="6" name="Picture 5" descr="Gros plan de l'objectif de l'appareil photo">
            <a:extLst>
              <a:ext uri="{FF2B5EF4-FFF2-40B4-BE49-F238E27FC236}">
                <a16:creationId xmlns:a16="http://schemas.microsoft.com/office/drawing/2014/main" id="{94526DC3-07B2-69CE-C632-A7481C040C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347" r="39909" b="-1"/>
          <a:stretch>
            <a:fillRect/>
          </a:stretch>
        </p:blipFill>
        <p:spPr>
          <a:xfrm>
            <a:off x="-7266" y="10"/>
            <a:ext cx="3569616" cy="6857990"/>
          </a:xfrm>
          <a:custGeom>
            <a:avLst/>
            <a:gdLst/>
            <a:ahLst/>
            <a:cxnLst/>
            <a:rect l="l" t="t" r="r" b="b"/>
            <a:pathLst>
              <a:path w="3569616" h="6858000">
                <a:moveTo>
                  <a:pt x="0" y="0"/>
                </a:moveTo>
                <a:lnTo>
                  <a:pt x="3119345" y="0"/>
                </a:lnTo>
                <a:lnTo>
                  <a:pt x="3123529" y="17226"/>
                </a:lnTo>
                <a:cubicBezTo>
                  <a:pt x="3124924" y="23927"/>
                  <a:pt x="3126075" y="29690"/>
                  <a:pt x="3127926" y="35733"/>
                </a:cubicBezTo>
                <a:cubicBezTo>
                  <a:pt x="3135983" y="55162"/>
                  <a:pt x="3152761" y="75163"/>
                  <a:pt x="3158476" y="86830"/>
                </a:cubicBezTo>
                <a:lnTo>
                  <a:pt x="3162217" y="105744"/>
                </a:lnTo>
                <a:lnTo>
                  <a:pt x="3166997" y="104727"/>
                </a:lnTo>
                <a:lnTo>
                  <a:pt x="3167793" y="111793"/>
                </a:lnTo>
                <a:lnTo>
                  <a:pt x="3168896" y="127609"/>
                </a:lnTo>
                <a:cubicBezTo>
                  <a:pt x="3170241" y="137435"/>
                  <a:pt x="3170795" y="164972"/>
                  <a:pt x="3173185" y="174906"/>
                </a:cubicBezTo>
                <a:cubicBezTo>
                  <a:pt x="3178510" y="177461"/>
                  <a:pt x="3181593" y="181749"/>
                  <a:pt x="3183238" y="187215"/>
                </a:cubicBezTo>
                <a:lnTo>
                  <a:pt x="3184145" y="199435"/>
                </a:lnTo>
                <a:lnTo>
                  <a:pt x="3200957" y="269529"/>
                </a:lnTo>
                <a:lnTo>
                  <a:pt x="3202491" y="279219"/>
                </a:lnTo>
                <a:lnTo>
                  <a:pt x="3206975" y="284221"/>
                </a:lnTo>
                <a:cubicBezTo>
                  <a:pt x="3208056" y="288198"/>
                  <a:pt x="3208241" y="299815"/>
                  <a:pt x="3208979" y="303078"/>
                </a:cubicBezTo>
                <a:cubicBezTo>
                  <a:pt x="3209786" y="303316"/>
                  <a:pt x="3210593" y="303555"/>
                  <a:pt x="3211400" y="303794"/>
                </a:cubicBezTo>
                <a:cubicBezTo>
                  <a:pt x="3215834" y="314048"/>
                  <a:pt x="3230882" y="352723"/>
                  <a:pt x="3235583" y="364595"/>
                </a:cubicBezTo>
                <a:cubicBezTo>
                  <a:pt x="3232098" y="367263"/>
                  <a:pt x="3238178" y="372307"/>
                  <a:pt x="3239601" y="375020"/>
                </a:cubicBezTo>
                <a:cubicBezTo>
                  <a:pt x="3237179" y="375617"/>
                  <a:pt x="3236854" y="382439"/>
                  <a:pt x="3239157" y="384290"/>
                </a:cubicBezTo>
                <a:cubicBezTo>
                  <a:pt x="3254070" y="431093"/>
                  <a:pt x="3227895" y="408920"/>
                  <a:pt x="3245230" y="435044"/>
                </a:cubicBezTo>
                <a:cubicBezTo>
                  <a:pt x="3246565" y="439781"/>
                  <a:pt x="3245820" y="443743"/>
                  <a:pt x="3244204" y="447282"/>
                </a:cubicBezTo>
                <a:lnTo>
                  <a:pt x="3240762" y="452630"/>
                </a:lnTo>
                <a:lnTo>
                  <a:pt x="3249093" y="471880"/>
                </a:lnTo>
                <a:cubicBezTo>
                  <a:pt x="3252174" y="481431"/>
                  <a:pt x="3254453" y="491548"/>
                  <a:pt x="3255857" y="501992"/>
                </a:cubicBezTo>
                <a:cubicBezTo>
                  <a:pt x="3250999" y="504682"/>
                  <a:pt x="3258622" y="512442"/>
                  <a:pt x="3260271" y="516223"/>
                </a:cubicBezTo>
                <a:cubicBezTo>
                  <a:pt x="3257006" y="516482"/>
                  <a:pt x="3255973" y="525173"/>
                  <a:pt x="3258865" y="528038"/>
                </a:cubicBezTo>
                <a:cubicBezTo>
                  <a:pt x="3274535" y="591283"/>
                  <a:pt x="3241762" y="557303"/>
                  <a:pt x="3262462" y="594499"/>
                </a:cubicBezTo>
                <a:cubicBezTo>
                  <a:pt x="3263816" y="600863"/>
                  <a:pt x="3262479" y="605795"/>
                  <a:pt x="3260024" y="610000"/>
                </a:cubicBezTo>
                <a:lnTo>
                  <a:pt x="3253721" y="617692"/>
                </a:lnTo>
                <a:lnTo>
                  <a:pt x="3256482" y="623204"/>
                </a:lnTo>
                <a:cubicBezTo>
                  <a:pt x="3258005" y="644600"/>
                  <a:pt x="3251476" y="651376"/>
                  <a:pt x="3259225" y="663365"/>
                </a:cubicBezTo>
                <a:cubicBezTo>
                  <a:pt x="3245876" y="682744"/>
                  <a:pt x="3258539" y="675670"/>
                  <a:pt x="3261631" y="689522"/>
                </a:cubicBezTo>
                <a:cubicBezTo>
                  <a:pt x="3265207" y="700373"/>
                  <a:pt x="3269507" y="679723"/>
                  <a:pt x="3271002" y="690492"/>
                </a:cubicBezTo>
                <a:cubicBezTo>
                  <a:pt x="3267989" y="702455"/>
                  <a:pt x="3279578" y="701125"/>
                  <a:pt x="3275760" y="713609"/>
                </a:cubicBezTo>
                <a:cubicBezTo>
                  <a:pt x="3266819" y="711239"/>
                  <a:pt x="3278954" y="737528"/>
                  <a:pt x="3271356" y="738880"/>
                </a:cubicBezTo>
                <a:cubicBezTo>
                  <a:pt x="3282938" y="748490"/>
                  <a:pt x="3269788" y="754591"/>
                  <a:pt x="3274016" y="768139"/>
                </a:cubicBezTo>
                <a:cubicBezTo>
                  <a:pt x="3278559" y="774347"/>
                  <a:pt x="3279560" y="778980"/>
                  <a:pt x="3275507" y="785654"/>
                </a:cubicBezTo>
                <a:cubicBezTo>
                  <a:pt x="3297514" y="814181"/>
                  <a:pt x="3277534" y="803670"/>
                  <a:pt x="3287024" y="831111"/>
                </a:cubicBezTo>
                <a:cubicBezTo>
                  <a:pt x="3296672" y="854655"/>
                  <a:pt x="3303659" y="881610"/>
                  <a:pt x="3324562" y="903604"/>
                </a:cubicBezTo>
                <a:cubicBezTo>
                  <a:pt x="3330338" y="907511"/>
                  <a:pt x="3333079" y="917872"/>
                  <a:pt x="3330682" y="926744"/>
                </a:cubicBezTo>
                <a:cubicBezTo>
                  <a:pt x="3330269" y="928269"/>
                  <a:pt x="3329716" y="929694"/>
                  <a:pt x="3329041" y="930971"/>
                </a:cubicBezTo>
                <a:cubicBezTo>
                  <a:pt x="3333270" y="950914"/>
                  <a:pt x="3351150" y="1023696"/>
                  <a:pt x="3356062" y="1046405"/>
                </a:cubicBezTo>
                <a:cubicBezTo>
                  <a:pt x="3349099" y="1048737"/>
                  <a:pt x="3362597" y="1059482"/>
                  <a:pt x="3358521" y="1067217"/>
                </a:cubicBezTo>
                <a:cubicBezTo>
                  <a:pt x="3354869" y="1072807"/>
                  <a:pt x="3358113" y="1077371"/>
                  <a:pt x="3358773" y="1082909"/>
                </a:cubicBezTo>
                <a:cubicBezTo>
                  <a:pt x="3356098" y="1090444"/>
                  <a:pt x="3363241" y="1113953"/>
                  <a:pt x="3367682" y="1119909"/>
                </a:cubicBezTo>
                <a:cubicBezTo>
                  <a:pt x="3382703" y="1133847"/>
                  <a:pt x="3374343" y="1168367"/>
                  <a:pt x="3385911" y="1180009"/>
                </a:cubicBezTo>
                <a:cubicBezTo>
                  <a:pt x="3387774" y="1184389"/>
                  <a:pt x="3388688" y="1188737"/>
                  <a:pt x="3389010" y="1193041"/>
                </a:cubicBezTo>
                <a:lnTo>
                  <a:pt x="3388572" y="1205179"/>
                </a:lnTo>
                <a:lnTo>
                  <a:pt x="3385768" y="1208811"/>
                </a:lnTo>
                <a:lnTo>
                  <a:pt x="3386975" y="1216129"/>
                </a:lnTo>
                <a:lnTo>
                  <a:pt x="3386647" y="1218271"/>
                </a:lnTo>
                <a:cubicBezTo>
                  <a:pt x="3386007" y="1222365"/>
                  <a:pt x="3385480" y="1226399"/>
                  <a:pt x="3385420" y="1230360"/>
                </a:cubicBezTo>
                <a:cubicBezTo>
                  <a:pt x="3400233" y="1224163"/>
                  <a:pt x="3387342" y="1263034"/>
                  <a:pt x="3398902" y="1251303"/>
                </a:cubicBezTo>
                <a:cubicBezTo>
                  <a:pt x="3401143" y="1271991"/>
                  <a:pt x="3411558" y="1255397"/>
                  <a:pt x="3402244" y="1281071"/>
                </a:cubicBezTo>
                <a:cubicBezTo>
                  <a:pt x="3416627" y="1312459"/>
                  <a:pt x="3415183" y="1363554"/>
                  <a:pt x="3435533" y="1387530"/>
                </a:cubicBezTo>
                <a:cubicBezTo>
                  <a:pt x="3428168" y="1384876"/>
                  <a:pt x="3423452" y="1398828"/>
                  <a:pt x="3427595" y="1407995"/>
                </a:cubicBezTo>
                <a:cubicBezTo>
                  <a:pt x="3398778" y="1398886"/>
                  <a:pt x="3455260" y="1443485"/>
                  <a:pt x="3436580" y="1453051"/>
                </a:cubicBezTo>
                <a:cubicBezTo>
                  <a:pt x="3454427" y="1452263"/>
                  <a:pt x="3487273" y="1492392"/>
                  <a:pt x="3473886" y="1513215"/>
                </a:cubicBezTo>
                <a:cubicBezTo>
                  <a:pt x="3479337" y="1543203"/>
                  <a:pt x="3495403" y="1563620"/>
                  <a:pt x="3491486" y="1595707"/>
                </a:cubicBezTo>
                <a:cubicBezTo>
                  <a:pt x="3493932" y="1596530"/>
                  <a:pt x="3496028" y="1598008"/>
                  <a:pt x="3497869" y="1599939"/>
                </a:cubicBezTo>
                <a:lnTo>
                  <a:pt x="3502453" y="1606503"/>
                </a:lnTo>
                <a:lnTo>
                  <a:pt x="3502232" y="1607846"/>
                </a:lnTo>
                <a:cubicBezTo>
                  <a:pt x="3502503" y="1613048"/>
                  <a:pt x="3503673" y="1615641"/>
                  <a:pt x="3505239" y="1617081"/>
                </a:cubicBezTo>
                <a:cubicBezTo>
                  <a:pt x="3505979" y="1617395"/>
                  <a:pt x="3506719" y="1617710"/>
                  <a:pt x="3507459" y="1618024"/>
                </a:cubicBezTo>
                <a:lnTo>
                  <a:pt x="3510011" y="1624022"/>
                </a:lnTo>
                <a:lnTo>
                  <a:pt x="3516358" y="1634929"/>
                </a:lnTo>
                <a:lnTo>
                  <a:pt x="3516308" y="1637821"/>
                </a:lnTo>
                <a:lnTo>
                  <a:pt x="3523955" y="1655598"/>
                </a:lnTo>
                <a:lnTo>
                  <a:pt x="3523473" y="1656247"/>
                </a:lnTo>
                <a:cubicBezTo>
                  <a:pt x="3522567" y="1658107"/>
                  <a:pt x="3522227" y="1660249"/>
                  <a:pt x="3523061" y="1663024"/>
                </a:cubicBezTo>
                <a:cubicBezTo>
                  <a:pt x="3513175" y="1664689"/>
                  <a:pt x="3520280" y="1667013"/>
                  <a:pt x="3523616" y="1675054"/>
                </a:cubicBezTo>
                <a:cubicBezTo>
                  <a:pt x="3509006" y="1679436"/>
                  <a:pt x="3523682" y="1698702"/>
                  <a:pt x="3517630" y="1707801"/>
                </a:cubicBezTo>
                <a:cubicBezTo>
                  <a:pt x="3520410" y="1713612"/>
                  <a:pt x="3523083" y="1719836"/>
                  <a:pt x="3525537" y="1726380"/>
                </a:cubicBezTo>
                <a:lnTo>
                  <a:pt x="3529903" y="1779986"/>
                </a:lnTo>
                <a:lnTo>
                  <a:pt x="3521468" y="1836998"/>
                </a:lnTo>
                <a:cubicBezTo>
                  <a:pt x="3522502" y="1857808"/>
                  <a:pt x="3519191" y="1876110"/>
                  <a:pt x="3523412" y="1893497"/>
                </a:cubicBezTo>
                <a:cubicBezTo>
                  <a:pt x="3520411" y="1900876"/>
                  <a:pt x="3519436" y="1907708"/>
                  <a:pt x="3525004" y="1913894"/>
                </a:cubicBezTo>
                <a:cubicBezTo>
                  <a:pt x="3524490" y="1933413"/>
                  <a:pt x="3517414" y="1938604"/>
                  <a:pt x="3523928" y="1950514"/>
                </a:cubicBezTo>
                <a:cubicBezTo>
                  <a:pt x="3512685" y="1962215"/>
                  <a:pt x="3517275" y="1962555"/>
                  <a:pt x="3521008" y="1967449"/>
                </a:cubicBezTo>
                <a:lnTo>
                  <a:pt x="3521297" y="1968163"/>
                </a:lnTo>
                <a:lnTo>
                  <a:pt x="3519686" y="1969768"/>
                </a:lnTo>
                <a:lnTo>
                  <a:pt x="3519089" y="1972904"/>
                </a:lnTo>
                <a:lnTo>
                  <a:pt x="3520122" y="1981289"/>
                </a:lnTo>
                <a:lnTo>
                  <a:pt x="3520948" y="1984413"/>
                </a:lnTo>
                <a:cubicBezTo>
                  <a:pt x="3521356" y="1986575"/>
                  <a:pt x="3521416" y="1988026"/>
                  <a:pt x="3521226" y="1989046"/>
                </a:cubicBezTo>
                <a:lnTo>
                  <a:pt x="3521092" y="1989171"/>
                </a:lnTo>
                <a:lnTo>
                  <a:pt x="3521624" y="1993492"/>
                </a:lnTo>
                <a:cubicBezTo>
                  <a:pt x="3522844" y="2000762"/>
                  <a:pt x="3524332" y="2007819"/>
                  <a:pt x="3525996" y="2014518"/>
                </a:cubicBezTo>
                <a:cubicBezTo>
                  <a:pt x="3518529" y="2020777"/>
                  <a:pt x="3529333" y="2045218"/>
                  <a:pt x="3514412" y="2043465"/>
                </a:cubicBezTo>
                <a:cubicBezTo>
                  <a:pt x="3516219" y="2052531"/>
                  <a:pt x="3522688" y="2057653"/>
                  <a:pt x="3512822" y="2055222"/>
                </a:cubicBezTo>
                <a:cubicBezTo>
                  <a:pt x="3513140" y="2058224"/>
                  <a:pt x="3512432" y="2060136"/>
                  <a:pt x="3511227" y="2061550"/>
                </a:cubicBezTo>
                <a:lnTo>
                  <a:pt x="3510645" y="2061975"/>
                </a:lnTo>
                <a:lnTo>
                  <a:pt x="3514907" y="2082129"/>
                </a:lnTo>
                <a:lnTo>
                  <a:pt x="3514347" y="2084880"/>
                </a:lnTo>
                <a:lnTo>
                  <a:pt x="3518565" y="2097919"/>
                </a:lnTo>
                <a:lnTo>
                  <a:pt x="3519976" y="2104707"/>
                </a:lnTo>
                <a:lnTo>
                  <a:pt x="3521958" y="2106519"/>
                </a:lnTo>
                <a:cubicBezTo>
                  <a:pt x="3523219" y="2108534"/>
                  <a:pt x="3523895" y="2111498"/>
                  <a:pt x="3523237" y="2116590"/>
                </a:cubicBezTo>
                <a:lnTo>
                  <a:pt x="3522786" y="2117790"/>
                </a:lnTo>
                <a:lnTo>
                  <a:pt x="3526064" y="2125947"/>
                </a:lnTo>
                <a:cubicBezTo>
                  <a:pt x="3527505" y="2128548"/>
                  <a:pt x="3529274" y="2130818"/>
                  <a:pt x="3531495" y="2132603"/>
                </a:cubicBezTo>
                <a:cubicBezTo>
                  <a:pt x="3522034" y="2161762"/>
                  <a:pt x="3533978" y="2187874"/>
                  <a:pt x="3533955" y="2218836"/>
                </a:cubicBezTo>
                <a:cubicBezTo>
                  <a:pt x="3517312" y="2233337"/>
                  <a:pt x="3542024" y="2285180"/>
                  <a:pt x="3559442" y="2291697"/>
                </a:cubicBezTo>
                <a:cubicBezTo>
                  <a:pt x="3544608" y="2292866"/>
                  <a:pt x="3567228" y="2330146"/>
                  <a:pt x="3568373" y="2340076"/>
                </a:cubicBezTo>
                <a:cubicBezTo>
                  <a:pt x="3568755" y="2343387"/>
                  <a:pt x="3566751" y="2343658"/>
                  <a:pt x="3560178" y="2338540"/>
                </a:cubicBezTo>
                <a:cubicBezTo>
                  <a:pt x="3562571" y="2349015"/>
                  <a:pt x="3555536" y="2360463"/>
                  <a:pt x="3548875" y="2354921"/>
                </a:cubicBezTo>
                <a:cubicBezTo>
                  <a:pt x="3564342" y="2386191"/>
                  <a:pt x="3553912" y="2434573"/>
                  <a:pt x="3562290" y="2470516"/>
                </a:cubicBezTo>
                <a:cubicBezTo>
                  <a:pt x="3548732" y="2491328"/>
                  <a:pt x="3561750" y="2479665"/>
                  <a:pt x="3560263" y="2500409"/>
                </a:cubicBezTo>
                <a:cubicBezTo>
                  <a:pt x="3573531" y="2493872"/>
                  <a:pt x="3554177" y="2525877"/>
                  <a:pt x="3569616" y="2525972"/>
                </a:cubicBezTo>
                <a:cubicBezTo>
                  <a:pt x="3568857" y="2529744"/>
                  <a:pt x="3567635" y="2533395"/>
                  <a:pt x="3566291" y="2537057"/>
                </a:cubicBezTo>
                <a:lnTo>
                  <a:pt x="3565595" y="2538979"/>
                </a:lnTo>
                <a:lnTo>
                  <a:pt x="3565471" y="2546483"/>
                </a:lnTo>
                <a:lnTo>
                  <a:pt x="3562111" y="2548822"/>
                </a:lnTo>
                <a:lnTo>
                  <a:pt x="3559542" y="2560277"/>
                </a:lnTo>
                <a:cubicBezTo>
                  <a:pt x="3559093" y="2564534"/>
                  <a:pt x="3559212" y="2569074"/>
                  <a:pt x="3560240" y="2574030"/>
                </a:cubicBezTo>
                <a:cubicBezTo>
                  <a:pt x="3567097" y="2585933"/>
                  <a:pt x="3560828" y="2605604"/>
                  <a:pt x="3562359" y="2622912"/>
                </a:cubicBezTo>
                <a:lnTo>
                  <a:pt x="3564740" y="2630748"/>
                </a:lnTo>
                <a:lnTo>
                  <a:pt x="3563214" y="2656947"/>
                </a:lnTo>
                <a:cubicBezTo>
                  <a:pt x="3563065" y="2664385"/>
                  <a:pt x="3563222" y="2672085"/>
                  <a:pt x="3563949" y="2680153"/>
                </a:cubicBezTo>
                <a:lnTo>
                  <a:pt x="3566383" y="2695058"/>
                </a:lnTo>
                <a:lnTo>
                  <a:pt x="3565385" y="2699075"/>
                </a:lnTo>
                <a:cubicBezTo>
                  <a:pt x="3565951" y="2705917"/>
                  <a:pt x="3570892" y="2714690"/>
                  <a:pt x="3565525" y="2714239"/>
                </a:cubicBezTo>
                <a:lnTo>
                  <a:pt x="3567847" y="2721812"/>
                </a:lnTo>
                <a:lnTo>
                  <a:pt x="3564077" y="2729693"/>
                </a:lnTo>
                <a:cubicBezTo>
                  <a:pt x="3563144" y="2730592"/>
                  <a:pt x="3562134" y="2731288"/>
                  <a:pt x="3561085" y="2731758"/>
                </a:cubicBezTo>
                <a:lnTo>
                  <a:pt x="3563149" y="2742418"/>
                </a:lnTo>
                <a:lnTo>
                  <a:pt x="3560661" y="2751437"/>
                </a:lnTo>
                <a:lnTo>
                  <a:pt x="3563126" y="2758989"/>
                </a:lnTo>
                <a:lnTo>
                  <a:pt x="3562876" y="2762207"/>
                </a:lnTo>
                <a:lnTo>
                  <a:pt x="3561866" y="2770236"/>
                </a:lnTo>
                <a:cubicBezTo>
                  <a:pt x="3561066" y="2774372"/>
                  <a:pt x="3560080" y="2779005"/>
                  <a:pt x="3559378" y="2784138"/>
                </a:cubicBezTo>
                <a:lnTo>
                  <a:pt x="3559178" y="2788436"/>
                </a:lnTo>
                <a:lnTo>
                  <a:pt x="3554648" y="2798068"/>
                </a:lnTo>
                <a:cubicBezTo>
                  <a:pt x="3551209" y="2805087"/>
                  <a:pt x="3548936" y="2810580"/>
                  <a:pt x="3551400" y="2816345"/>
                </a:cubicBezTo>
                <a:cubicBezTo>
                  <a:pt x="3547036" y="2826742"/>
                  <a:pt x="3533490" y="2834711"/>
                  <a:pt x="3538128" y="2849028"/>
                </a:cubicBezTo>
                <a:cubicBezTo>
                  <a:pt x="3531517" y="2845031"/>
                  <a:pt x="3538369" y="2865256"/>
                  <a:pt x="3532013" y="2868126"/>
                </a:cubicBezTo>
                <a:cubicBezTo>
                  <a:pt x="3526842" y="2869601"/>
                  <a:pt x="3527715" y="2876080"/>
                  <a:pt x="3526094" y="2881167"/>
                </a:cubicBezTo>
                <a:cubicBezTo>
                  <a:pt x="3520961" y="2885059"/>
                  <a:pt x="3517628" y="2910333"/>
                  <a:pt x="3518939" y="2918966"/>
                </a:cubicBezTo>
                <a:cubicBezTo>
                  <a:pt x="3525789" y="2943088"/>
                  <a:pt x="3505468" y="2964225"/>
                  <a:pt x="3510391" y="2983548"/>
                </a:cubicBezTo>
                <a:cubicBezTo>
                  <a:pt x="3510204" y="2988707"/>
                  <a:pt x="3509257" y="2993036"/>
                  <a:pt x="3507840" y="2996827"/>
                </a:cubicBezTo>
                <a:lnTo>
                  <a:pt x="3502741" y="3006379"/>
                </a:lnTo>
                <a:lnTo>
                  <a:pt x="3499028" y="3006971"/>
                </a:lnTo>
                <a:lnTo>
                  <a:pt x="3497157" y="3013976"/>
                </a:lnTo>
                <a:lnTo>
                  <a:pt x="3496053" y="3015450"/>
                </a:lnTo>
                <a:cubicBezTo>
                  <a:pt x="3493931" y="3018255"/>
                  <a:pt x="3491925" y="3021106"/>
                  <a:pt x="3490329" y="3024292"/>
                </a:cubicBezTo>
                <a:cubicBezTo>
                  <a:pt x="3504872" y="3031782"/>
                  <a:pt x="3479143" y="3052632"/>
                  <a:pt x="3493186" y="3052840"/>
                </a:cubicBezTo>
                <a:cubicBezTo>
                  <a:pt x="3486942" y="3071654"/>
                  <a:pt x="3501947" y="3066916"/>
                  <a:pt x="3484298" y="3080007"/>
                </a:cubicBezTo>
                <a:cubicBezTo>
                  <a:pt x="3483814" y="3117860"/>
                  <a:pt x="3462683" y="3158406"/>
                  <a:pt x="3469977" y="3195253"/>
                </a:cubicBezTo>
                <a:cubicBezTo>
                  <a:pt x="3464984" y="3186842"/>
                  <a:pt x="3455676" y="3194249"/>
                  <a:pt x="3455490" y="3205255"/>
                </a:cubicBezTo>
                <a:cubicBezTo>
                  <a:pt x="3435461" y="3173385"/>
                  <a:pt x="3464274" y="3257718"/>
                  <a:pt x="3445250" y="3249703"/>
                </a:cubicBezTo>
                <a:cubicBezTo>
                  <a:pt x="3460163" y="3264187"/>
                  <a:pt x="3471377" y="3324835"/>
                  <a:pt x="3452291" y="3330508"/>
                </a:cubicBezTo>
                <a:cubicBezTo>
                  <a:pt x="3445043" y="3359645"/>
                  <a:pt x="3450218" y="3389952"/>
                  <a:pt x="3434486" y="3412864"/>
                </a:cubicBezTo>
                <a:cubicBezTo>
                  <a:pt x="3436166" y="3415609"/>
                  <a:pt x="3437306" y="3418595"/>
                  <a:pt x="3438058" y="3421734"/>
                </a:cubicBezTo>
                <a:lnTo>
                  <a:pt x="3439245" y="3430986"/>
                </a:lnTo>
                <a:lnTo>
                  <a:pt x="3438541" y="3431897"/>
                </a:lnTo>
                <a:cubicBezTo>
                  <a:pt x="3436732" y="3436375"/>
                  <a:pt x="3436677" y="3439488"/>
                  <a:pt x="3437396" y="3441992"/>
                </a:cubicBezTo>
                <a:lnTo>
                  <a:pt x="3438843" y="3444647"/>
                </a:lnTo>
                <a:lnTo>
                  <a:pt x="3438591" y="3451712"/>
                </a:lnTo>
                <a:lnTo>
                  <a:pt x="3439527" y="3466008"/>
                </a:lnTo>
                <a:lnTo>
                  <a:pt x="3438357" y="3468331"/>
                </a:lnTo>
                <a:lnTo>
                  <a:pt x="3437674" y="3489343"/>
                </a:lnTo>
                <a:cubicBezTo>
                  <a:pt x="3437459" y="3489383"/>
                  <a:pt x="3437241" y="3489424"/>
                  <a:pt x="3437026" y="3489465"/>
                </a:cubicBezTo>
                <a:cubicBezTo>
                  <a:pt x="3435558" y="3490219"/>
                  <a:pt x="3434444" y="3491679"/>
                  <a:pt x="3434044" y="3494659"/>
                </a:cubicBezTo>
                <a:cubicBezTo>
                  <a:pt x="3425302" y="3487640"/>
                  <a:pt x="3430211" y="3495561"/>
                  <a:pt x="3429800" y="3504965"/>
                </a:cubicBezTo>
                <a:cubicBezTo>
                  <a:pt x="3416132" y="3496161"/>
                  <a:pt x="3420620" y="3524348"/>
                  <a:pt x="3412115" y="3526661"/>
                </a:cubicBezTo>
                <a:cubicBezTo>
                  <a:pt x="3412121" y="3533765"/>
                  <a:pt x="3411879" y="3541120"/>
                  <a:pt x="3411331" y="3548549"/>
                </a:cubicBezTo>
                <a:lnTo>
                  <a:pt x="3410824" y="3552872"/>
                </a:lnTo>
                <a:cubicBezTo>
                  <a:pt x="3410773" y="3552889"/>
                  <a:pt x="3410721" y="3552908"/>
                  <a:pt x="3410671" y="3552926"/>
                </a:cubicBezTo>
                <a:cubicBezTo>
                  <a:pt x="3410254" y="3553793"/>
                  <a:pt x="3409971" y="3555188"/>
                  <a:pt x="3409849" y="3557419"/>
                </a:cubicBezTo>
                <a:lnTo>
                  <a:pt x="3409902" y="3560756"/>
                </a:lnTo>
                <a:lnTo>
                  <a:pt x="3408918" y="3569144"/>
                </a:lnTo>
                <a:lnTo>
                  <a:pt x="3407623" y="3571810"/>
                </a:lnTo>
                <a:lnTo>
                  <a:pt x="3405729" y="3572549"/>
                </a:lnTo>
                <a:lnTo>
                  <a:pt x="3405835" y="3573359"/>
                </a:lnTo>
                <a:cubicBezTo>
                  <a:pt x="3408214" y="3579757"/>
                  <a:pt x="3412465" y="3582275"/>
                  <a:pt x="3399129" y="3587902"/>
                </a:cubicBezTo>
                <a:cubicBezTo>
                  <a:pt x="3402495" y="3602236"/>
                  <a:pt x="3394605" y="3603730"/>
                  <a:pt x="3389566" y="3621859"/>
                </a:cubicBezTo>
                <a:cubicBezTo>
                  <a:pt x="3393374" y="3630350"/>
                  <a:pt x="3390863" y="3636316"/>
                  <a:pt x="3386307" y="3641820"/>
                </a:cubicBezTo>
                <a:cubicBezTo>
                  <a:pt x="3386232" y="3660214"/>
                  <a:pt x="3378837" y="3675854"/>
                  <a:pt x="3374956" y="3695940"/>
                </a:cubicBezTo>
                <a:cubicBezTo>
                  <a:pt x="3378387" y="3718839"/>
                  <a:pt x="3365817" y="3728358"/>
                  <a:pt x="3361718" y="3749831"/>
                </a:cubicBezTo>
                <a:cubicBezTo>
                  <a:pt x="3370064" y="3770267"/>
                  <a:pt x="3350403" y="3763879"/>
                  <a:pt x="3344768" y="3774338"/>
                </a:cubicBezTo>
                <a:lnTo>
                  <a:pt x="3343985" y="3777418"/>
                </a:lnTo>
                <a:lnTo>
                  <a:pt x="3344520" y="3785849"/>
                </a:lnTo>
                <a:lnTo>
                  <a:pt x="3345162" y="3789023"/>
                </a:lnTo>
                <a:cubicBezTo>
                  <a:pt x="3345441" y="3791209"/>
                  <a:pt x="3345415" y="3792659"/>
                  <a:pt x="3345164" y="3793659"/>
                </a:cubicBezTo>
                <a:lnTo>
                  <a:pt x="3345024" y="3793774"/>
                </a:lnTo>
                <a:lnTo>
                  <a:pt x="3345300" y="3798119"/>
                </a:lnTo>
                <a:cubicBezTo>
                  <a:pt x="3346087" y="3805456"/>
                  <a:pt x="3347157" y="3812596"/>
                  <a:pt x="3348424" y="3819398"/>
                </a:cubicBezTo>
                <a:cubicBezTo>
                  <a:pt x="3340590" y="3825065"/>
                  <a:pt x="3349940" y="3850234"/>
                  <a:pt x="3335133" y="3847354"/>
                </a:cubicBezTo>
                <a:cubicBezTo>
                  <a:pt x="3336403" y="3856524"/>
                  <a:pt x="3342565" y="3862118"/>
                  <a:pt x="3332848" y="3858945"/>
                </a:cubicBezTo>
                <a:cubicBezTo>
                  <a:pt x="3332988" y="3861961"/>
                  <a:pt x="3332168" y="3863811"/>
                  <a:pt x="3330878" y="3865128"/>
                </a:cubicBezTo>
                <a:lnTo>
                  <a:pt x="3330273" y="3865510"/>
                </a:lnTo>
                <a:lnTo>
                  <a:pt x="3333337" y="3885908"/>
                </a:lnTo>
                <a:lnTo>
                  <a:pt x="3332616" y="3888608"/>
                </a:lnTo>
                <a:lnTo>
                  <a:pt x="3336057" y="3901916"/>
                </a:lnTo>
                <a:lnTo>
                  <a:pt x="3337066" y="3908785"/>
                </a:lnTo>
                <a:lnTo>
                  <a:pt x="3338940" y="3910739"/>
                </a:lnTo>
                <a:cubicBezTo>
                  <a:pt x="3340082" y="3912843"/>
                  <a:pt x="3340580" y="3915849"/>
                  <a:pt x="3339621" y="3920873"/>
                </a:cubicBezTo>
                <a:lnTo>
                  <a:pt x="3339102" y="3922032"/>
                </a:lnTo>
                <a:lnTo>
                  <a:pt x="3341891" y="3930408"/>
                </a:lnTo>
                <a:cubicBezTo>
                  <a:pt x="3343178" y="3933107"/>
                  <a:pt x="3344812" y="3935503"/>
                  <a:pt x="3346927" y="3937451"/>
                </a:cubicBezTo>
                <a:cubicBezTo>
                  <a:pt x="3335745" y="3965779"/>
                  <a:pt x="3346136" y="3992699"/>
                  <a:pt x="3344279" y="4023542"/>
                </a:cubicBezTo>
                <a:cubicBezTo>
                  <a:pt x="3347024" y="4058096"/>
                  <a:pt x="3350783" y="4081986"/>
                  <a:pt x="3351926" y="4104769"/>
                </a:cubicBezTo>
                <a:cubicBezTo>
                  <a:pt x="3353695" y="4115384"/>
                  <a:pt x="3359144" y="4193344"/>
                  <a:pt x="3352816" y="4187317"/>
                </a:cubicBezTo>
                <a:cubicBezTo>
                  <a:pt x="3366419" y="4219638"/>
                  <a:pt x="3351446" y="4239971"/>
                  <a:pt x="3357691" y="4276413"/>
                </a:cubicBezTo>
                <a:cubicBezTo>
                  <a:pt x="3342910" y="4296116"/>
                  <a:pt x="3356610" y="4285488"/>
                  <a:pt x="3353895" y="4306037"/>
                </a:cubicBezTo>
                <a:cubicBezTo>
                  <a:pt x="3367541" y="4300534"/>
                  <a:pt x="3346306" y="4330948"/>
                  <a:pt x="3361728" y="4332215"/>
                </a:cubicBezTo>
                <a:cubicBezTo>
                  <a:pt x="3360746" y="4335915"/>
                  <a:pt x="3359307" y="4339458"/>
                  <a:pt x="3357748" y="4343006"/>
                </a:cubicBezTo>
                <a:lnTo>
                  <a:pt x="3356941" y="4344866"/>
                </a:lnTo>
                <a:lnTo>
                  <a:pt x="3356370" y="4352332"/>
                </a:lnTo>
                <a:lnTo>
                  <a:pt x="3352876" y="4354407"/>
                </a:lnTo>
                <a:lnTo>
                  <a:pt x="3352683" y="4444689"/>
                </a:lnTo>
                <a:cubicBezTo>
                  <a:pt x="3355485" y="4452425"/>
                  <a:pt x="3356736" y="4477980"/>
                  <a:pt x="3352455" y="4483791"/>
                </a:cubicBezTo>
                <a:cubicBezTo>
                  <a:pt x="3351784" y="4489320"/>
                  <a:pt x="3353780" y="4495171"/>
                  <a:pt x="3349030" y="4498683"/>
                </a:cubicBezTo>
                <a:cubicBezTo>
                  <a:pt x="3346858" y="4510741"/>
                  <a:pt x="3341860" y="4538358"/>
                  <a:pt x="3339427" y="4556140"/>
                </a:cubicBezTo>
                <a:cubicBezTo>
                  <a:pt x="3342836" y="4560659"/>
                  <a:pt x="3341611" y="4566842"/>
                  <a:pt x="3339521" y="4574959"/>
                </a:cubicBezTo>
                <a:lnTo>
                  <a:pt x="3338246" y="4582576"/>
                </a:lnTo>
                <a:lnTo>
                  <a:pt x="3348539" y="4605460"/>
                </a:lnTo>
                <a:lnTo>
                  <a:pt x="3345760" y="4678575"/>
                </a:lnTo>
                <a:lnTo>
                  <a:pt x="3356250" y="4713574"/>
                </a:lnTo>
                <a:cubicBezTo>
                  <a:pt x="3358600" y="4727943"/>
                  <a:pt x="3359577" y="4741820"/>
                  <a:pt x="3361380" y="4755215"/>
                </a:cubicBezTo>
                <a:cubicBezTo>
                  <a:pt x="3363928" y="4785596"/>
                  <a:pt x="3347531" y="4766123"/>
                  <a:pt x="3361636" y="4803525"/>
                </a:cubicBezTo>
                <a:cubicBezTo>
                  <a:pt x="3356254" y="4807867"/>
                  <a:pt x="3356117" y="4812705"/>
                  <a:pt x="3358957" y="4820729"/>
                </a:cubicBezTo>
                <a:cubicBezTo>
                  <a:pt x="3359783" y="4835507"/>
                  <a:pt x="3345952" y="4834947"/>
                  <a:pt x="3354635" y="4849546"/>
                </a:cubicBezTo>
                <a:cubicBezTo>
                  <a:pt x="3350894" y="4848362"/>
                  <a:pt x="3350351" y="4855411"/>
                  <a:pt x="3349759" y="4861941"/>
                </a:cubicBezTo>
                <a:lnTo>
                  <a:pt x="3347368" y="4866228"/>
                </a:lnTo>
                <a:lnTo>
                  <a:pt x="3358408" y="4889535"/>
                </a:lnTo>
                <a:cubicBezTo>
                  <a:pt x="3373705" y="4931282"/>
                  <a:pt x="3382233" y="4982216"/>
                  <a:pt x="3393319" y="5017998"/>
                </a:cubicBezTo>
                <a:cubicBezTo>
                  <a:pt x="3368256" y="5040241"/>
                  <a:pt x="3392200" y="5029364"/>
                  <a:pt x="3389184" y="5055049"/>
                </a:cubicBezTo>
                <a:cubicBezTo>
                  <a:pt x="3413510" y="5050695"/>
                  <a:pt x="3377700" y="5085342"/>
                  <a:pt x="3405892" y="5089973"/>
                </a:cubicBezTo>
                <a:cubicBezTo>
                  <a:pt x="3404451" y="5094499"/>
                  <a:pt x="3402165" y="5098741"/>
                  <a:pt x="3399662" y="5102960"/>
                </a:cubicBezTo>
                <a:lnTo>
                  <a:pt x="3398363" y="5105176"/>
                </a:lnTo>
                <a:lnTo>
                  <a:pt x="3398026" y="5114590"/>
                </a:lnTo>
                <a:lnTo>
                  <a:pt x="3391859" y="5116550"/>
                </a:lnTo>
                <a:lnTo>
                  <a:pt x="3386999" y="5130226"/>
                </a:lnTo>
                <a:cubicBezTo>
                  <a:pt x="3386119" y="5135455"/>
                  <a:pt x="3386267" y="5141205"/>
                  <a:pt x="3388073" y="5147747"/>
                </a:cubicBezTo>
                <a:cubicBezTo>
                  <a:pt x="3400425" y="5164741"/>
                  <a:pt x="3388688" y="5187675"/>
                  <a:pt x="3391234" y="5209919"/>
                </a:cubicBezTo>
                <a:lnTo>
                  <a:pt x="3395469" y="5220481"/>
                </a:lnTo>
                <a:lnTo>
                  <a:pt x="3392518" y="5250830"/>
                </a:lnTo>
                <a:lnTo>
                  <a:pt x="3393800" y="5252877"/>
                </a:lnTo>
                <a:cubicBezTo>
                  <a:pt x="3393941" y="5258188"/>
                  <a:pt x="3392357" y="5268832"/>
                  <a:pt x="3393361" y="5282697"/>
                </a:cubicBezTo>
                <a:lnTo>
                  <a:pt x="3399825" y="5336059"/>
                </a:lnTo>
                <a:lnTo>
                  <a:pt x="3392824" y="5344884"/>
                </a:lnTo>
                <a:lnTo>
                  <a:pt x="3389277" y="5345998"/>
                </a:lnTo>
                <a:lnTo>
                  <a:pt x="3390946" y="5360636"/>
                </a:lnTo>
                <a:lnTo>
                  <a:pt x="3386366" y="5371486"/>
                </a:lnTo>
                <a:lnTo>
                  <a:pt x="3390662" y="5381496"/>
                </a:lnTo>
                <a:lnTo>
                  <a:pt x="3388199" y="5395290"/>
                </a:lnTo>
                <a:cubicBezTo>
                  <a:pt x="3386677" y="5400263"/>
                  <a:pt x="3384810" y="5405812"/>
                  <a:pt x="3383455" y="5412069"/>
                </a:cubicBezTo>
                <a:lnTo>
                  <a:pt x="3376345" y="5426008"/>
                </a:lnTo>
                <a:lnTo>
                  <a:pt x="3374012" y="5448470"/>
                </a:lnTo>
                <a:cubicBezTo>
                  <a:pt x="3372358" y="5465848"/>
                  <a:pt x="3370199" y="5482458"/>
                  <a:pt x="3365299" y="5498771"/>
                </a:cubicBezTo>
                <a:cubicBezTo>
                  <a:pt x="3368242" y="5512292"/>
                  <a:pt x="3368289" y="5524931"/>
                  <a:pt x="3358774" y="5536815"/>
                </a:cubicBezTo>
                <a:cubicBezTo>
                  <a:pt x="3355554" y="5573082"/>
                  <a:pt x="3364982" y="5582256"/>
                  <a:pt x="3352897" y="5604851"/>
                </a:cubicBezTo>
                <a:cubicBezTo>
                  <a:pt x="3357655" y="5611851"/>
                  <a:pt x="3360065" y="5616619"/>
                  <a:pt x="3360918" y="5620215"/>
                </a:cubicBezTo>
                <a:cubicBezTo>
                  <a:pt x="3363482" y="5631010"/>
                  <a:pt x="3352061" y="5631235"/>
                  <a:pt x="3348145" y="5649365"/>
                </a:cubicBezTo>
                <a:cubicBezTo>
                  <a:pt x="3342329" y="5668683"/>
                  <a:pt x="3336842" y="5635583"/>
                  <a:pt x="3334135" y="5654076"/>
                </a:cubicBezTo>
                <a:cubicBezTo>
                  <a:pt x="3338089" y="5673079"/>
                  <a:pt x="3320876" y="5674673"/>
                  <a:pt x="3326011" y="5694285"/>
                </a:cubicBezTo>
                <a:cubicBezTo>
                  <a:pt x="3339441" y="5687377"/>
                  <a:pt x="3320185" y="5735320"/>
                  <a:pt x="3331448" y="5735077"/>
                </a:cubicBezTo>
                <a:cubicBezTo>
                  <a:pt x="3313758" y="5754960"/>
                  <a:pt x="3333086" y="5760823"/>
                  <a:pt x="3326180" y="5784860"/>
                </a:cubicBezTo>
                <a:cubicBezTo>
                  <a:pt x="3319129" y="5796737"/>
                  <a:pt x="3317432" y="5804806"/>
                  <a:pt x="3323175" y="5814629"/>
                </a:cubicBezTo>
                <a:cubicBezTo>
                  <a:pt x="3289103" y="5869565"/>
                  <a:pt x="3319352" y="5845410"/>
                  <a:pt x="3303983" y="5894405"/>
                </a:cubicBezTo>
                <a:lnTo>
                  <a:pt x="3302615" y="5898375"/>
                </a:lnTo>
                <a:lnTo>
                  <a:pt x="3305988" y="5914019"/>
                </a:lnTo>
                <a:cubicBezTo>
                  <a:pt x="3306566" y="5914416"/>
                  <a:pt x="3307142" y="5914813"/>
                  <a:pt x="3307720" y="5915209"/>
                </a:cubicBezTo>
                <a:lnTo>
                  <a:pt x="3288942" y="5962966"/>
                </a:lnTo>
                <a:lnTo>
                  <a:pt x="3289995" y="5969791"/>
                </a:lnTo>
                <a:lnTo>
                  <a:pt x="3273219" y="6000303"/>
                </a:lnTo>
                <a:lnTo>
                  <a:pt x="3266971" y="6016394"/>
                </a:lnTo>
                <a:lnTo>
                  <a:pt x="3258268" y="6034498"/>
                </a:lnTo>
                <a:lnTo>
                  <a:pt x="3262376" y="6046147"/>
                </a:lnTo>
                <a:cubicBezTo>
                  <a:pt x="3269023" y="6073717"/>
                  <a:pt x="3250846" y="6118951"/>
                  <a:pt x="3274161" y="6127097"/>
                </a:cubicBezTo>
                <a:cubicBezTo>
                  <a:pt x="3261055" y="6140796"/>
                  <a:pt x="3284255" y="6151240"/>
                  <a:pt x="3287116" y="6165061"/>
                </a:cubicBezTo>
                <a:cubicBezTo>
                  <a:pt x="3278972" y="6176795"/>
                  <a:pt x="3286959" y="6181809"/>
                  <a:pt x="3289289" y="6191816"/>
                </a:cubicBezTo>
                <a:cubicBezTo>
                  <a:pt x="3284123" y="6196765"/>
                  <a:pt x="3284941" y="6205311"/>
                  <a:pt x="3291517" y="6207797"/>
                </a:cubicBezTo>
                <a:cubicBezTo>
                  <a:pt x="3306003" y="6202672"/>
                  <a:pt x="3300501" y="6232914"/>
                  <a:pt x="3310808" y="6234442"/>
                </a:cubicBezTo>
                <a:cubicBezTo>
                  <a:pt x="3314005" y="6251566"/>
                  <a:pt x="3305763" y="6327405"/>
                  <a:pt x="3322832" y="6339012"/>
                </a:cubicBezTo>
                <a:cubicBezTo>
                  <a:pt x="3332735" y="6373401"/>
                  <a:pt x="3309981" y="6425589"/>
                  <a:pt x="3311360" y="6440393"/>
                </a:cubicBezTo>
                <a:cubicBezTo>
                  <a:pt x="3282540" y="6457108"/>
                  <a:pt x="3365374" y="6523495"/>
                  <a:pt x="3370963" y="6586374"/>
                </a:cubicBezTo>
                <a:cubicBezTo>
                  <a:pt x="3368621" y="6595055"/>
                  <a:pt x="3368943" y="6599590"/>
                  <a:pt x="3375863" y="6601412"/>
                </a:cubicBezTo>
                <a:cubicBezTo>
                  <a:pt x="3380798" y="6617525"/>
                  <a:pt x="3389212" y="6649404"/>
                  <a:pt x="3400578" y="6683057"/>
                </a:cubicBezTo>
                <a:cubicBezTo>
                  <a:pt x="3408645" y="6705148"/>
                  <a:pt x="3410628" y="6805370"/>
                  <a:pt x="3417831" y="6852700"/>
                </a:cubicBezTo>
                <a:lnTo>
                  <a:pt x="3418926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659029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F05ACD0-FF4A-4F8F-B5C5-6A4EBD0D1B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9AFA28-B5ED-4346-9AF7-68A157F16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5486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76B682-5577-4F31-4022-B3D3477D8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2608" y="1380564"/>
            <a:ext cx="4561369" cy="23462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spcBef>
                <a:spcPct val="0"/>
              </a:spcBef>
            </a:pPr>
            <a:r>
              <a:rPr lang="en-US" sz="3200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Veuillez patienter …</a:t>
            </a:r>
            <a:br>
              <a:rPr lang="en-US" sz="3200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</a:br>
            <a:br>
              <a:rPr lang="en-US" sz="3200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</a:br>
            <a:r>
              <a:rPr lang="en-US" sz="3200" kern="1200">
                <a:solidFill>
                  <a:srgbClr val="595959"/>
                </a:solidFill>
                <a:latin typeface="+mj-lt"/>
                <a:ea typeface="+mj-ea"/>
                <a:cs typeface="+mj-cs"/>
              </a:rPr>
              <a:t>Pause café en cours</a:t>
            </a:r>
          </a:p>
        </p:txBody>
      </p:sp>
      <p:pic>
        <p:nvPicPr>
          <p:cNvPr id="6" name="Graphique 5" descr="Café avec un remplissage uni">
            <a:extLst>
              <a:ext uri="{FF2B5EF4-FFF2-40B4-BE49-F238E27FC236}">
                <a16:creationId xmlns:a16="http://schemas.microsoft.com/office/drawing/2014/main" id="{568D9D90-84E7-7450-9EF1-BEA3C83099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10935" y="1419785"/>
            <a:ext cx="4018430" cy="401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120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C33717-04DF-BA4A-5C3D-388736955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153" y="2766218"/>
            <a:ext cx="4065693" cy="1325563"/>
          </a:xfrm>
        </p:spPr>
        <p:txBody>
          <a:bodyPr>
            <a:normAutofit/>
          </a:bodyPr>
          <a:lstStyle/>
          <a:p>
            <a:r>
              <a:rPr lang="fr-FR" sz="8800" dirty="0">
                <a:latin typeface="Aptos Black" panose="020B0004020202020204" pitchFamily="34" charset="0"/>
              </a:rPr>
              <a:t>Bref …</a:t>
            </a:r>
          </a:p>
        </p:txBody>
      </p:sp>
    </p:spTree>
    <p:extLst>
      <p:ext uri="{BB962C8B-B14F-4D97-AF65-F5344CB8AC3E}">
        <p14:creationId xmlns:p14="http://schemas.microsoft.com/office/powerpoint/2010/main" val="33989295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8961F-5999-3AE7-E209-96E05D5F7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6F4B9E-FCFE-60E9-6748-D1EA9F01A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1053" y="2766218"/>
            <a:ext cx="7303347" cy="1325563"/>
          </a:xfrm>
        </p:spPr>
        <p:txBody>
          <a:bodyPr>
            <a:normAutofit fontScale="90000"/>
          </a:bodyPr>
          <a:lstStyle/>
          <a:p>
            <a:r>
              <a:rPr lang="fr-FR" sz="8800" dirty="0">
                <a:latin typeface="Aptos Black" panose="020B0004020202020204" pitchFamily="34" charset="0"/>
              </a:rPr>
              <a:t>Remerciement</a:t>
            </a:r>
          </a:p>
        </p:txBody>
      </p:sp>
      <p:pic>
        <p:nvPicPr>
          <p:cNvPr id="1028" name="Picture 4" descr="Codium">
            <a:extLst>
              <a:ext uri="{FF2B5EF4-FFF2-40B4-BE49-F238E27FC236}">
                <a16:creationId xmlns:a16="http://schemas.microsoft.com/office/drawing/2014/main" id="{75AB9269-829E-F0A6-9826-7DA578E43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706" y="974056"/>
            <a:ext cx="4422267" cy="1085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phique 3" descr="Visage faisant un clin d’œil à remplissage solide avec un remplissage uni">
            <a:extLst>
              <a:ext uri="{FF2B5EF4-FFF2-40B4-BE49-F238E27FC236}">
                <a16:creationId xmlns:a16="http://schemas.microsoft.com/office/drawing/2014/main" id="{3031E5E9-705A-94EF-7A98-D667D148F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19545" y="4990253"/>
            <a:ext cx="1385147" cy="1385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647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53791-6519-71AC-92E5-DCF202596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F0A3DF-2216-094D-44DB-53B6C0344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806" y="707124"/>
            <a:ext cx="6205221" cy="1325563"/>
          </a:xfrm>
        </p:spPr>
        <p:txBody>
          <a:bodyPr>
            <a:normAutofit/>
          </a:bodyPr>
          <a:lstStyle/>
          <a:p>
            <a:r>
              <a:rPr lang="fr-FR" sz="4000" dirty="0">
                <a:latin typeface="Aptos Black" panose="020B0004020202020204" pitchFamily="34" charset="0"/>
              </a:rPr>
              <a:t>Merci de votre attention</a:t>
            </a:r>
          </a:p>
        </p:txBody>
      </p:sp>
      <p:pic>
        <p:nvPicPr>
          <p:cNvPr id="4" name="Graphique 3" descr="Signe pouce en haut avec un remplissage uni">
            <a:extLst>
              <a:ext uri="{FF2B5EF4-FFF2-40B4-BE49-F238E27FC236}">
                <a16:creationId xmlns:a16="http://schemas.microsoft.com/office/drawing/2014/main" id="{D2ABCF07-7615-3888-E2D1-2F38F9E856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1577" y="817457"/>
            <a:ext cx="914400" cy="914400"/>
          </a:xfrm>
          <a:prstGeom prst="rect">
            <a:avLst/>
          </a:prstGeom>
        </p:spPr>
      </p:pic>
      <p:pic>
        <p:nvPicPr>
          <p:cNvPr id="6" name="Graphique 5" descr="Café avec un remplissage uni">
            <a:extLst>
              <a:ext uri="{FF2B5EF4-FFF2-40B4-BE49-F238E27FC236}">
                <a16:creationId xmlns:a16="http://schemas.microsoft.com/office/drawing/2014/main" id="{D6E081BD-BF8D-6DF6-E4F6-077B0D3CF3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223" y="4199467"/>
            <a:ext cx="1614754" cy="1614754"/>
          </a:xfrm>
          <a:prstGeom prst="rect">
            <a:avLst/>
          </a:prstGeom>
        </p:spPr>
      </p:pic>
      <p:pic>
        <p:nvPicPr>
          <p:cNvPr id="8" name="Graphique 7" descr="Grains de café avec un remplissage uni">
            <a:extLst>
              <a:ext uri="{FF2B5EF4-FFF2-40B4-BE49-F238E27FC236}">
                <a16:creationId xmlns:a16="http://schemas.microsoft.com/office/drawing/2014/main" id="{EC505D27-4873-7BFA-2EC0-DED4954235D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41600" y="4199467"/>
            <a:ext cx="1614754" cy="1614754"/>
          </a:xfrm>
          <a:prstGeom prst="rect">
            <a:avLst/>
          </a:prstGeom>
        </p:spPr>
      </p:pic>
      <p:pic>
        <p:nvPicPr>
          <p:cNvPr id="10" name="Graphique 9" descr="Tasse de latte avec un remplissage uni">
            <a:extLst>
              <a:ext uri="{FF2B5EF4-FFF2-40B4-BE49-F238E27FC236}">
                <a16:creationId xmlns:a16="http://schemas.microsoft.com/office/drawing/2014/main" id="{CE4983D8-9EFF-DB2A-F6EF-C2F7F82372C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41519" y="4199467"/>
            <a:ext cx="1614754" cy="1614754"/>
          </a:xfrm>
          <a:prstGeom prst="rect">
            <a:avLst/>
          </a:prstGeom>
        </p:spPr>
      </p:pic>
      <p:pic>
        <p:nvPicPr>
          <p:cNvPr id="12" name="Graphique 11" descr="Bol avec un remplissage uni">
            <a:extLst>
              <a:ext uri="{FF2B5EF4-FFF2-40B4-BE49-F238E27FC236}">
                <a16:creationId xmlns:a16="http://schemas.microsoft.com/office/drawing/2014/main" id="{103895B3-08DB-DDC2-B493-146D02E0EC7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04200" y="4199467"/>
            <a:ext cx="1614753" cy="161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145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82</TotalTime>
  <Words>119</Words>
  <Application>Microsoft Office PowerPoint</Application>
  <PresentationFormat>Grand écran</PresentationFormat>
  <Paragraphs>56</Paragraphs>
  <Slides>17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2" baseType="lpstr">
      <vt:lpstr>Algerian</vt:lpstr>
      <vt:lpstr>Aptos Black</vt:lpstr>
      <vt:lpstr>Arial</vt:lpstr>
      <vt:lpstr>Calibri</vt:lpstr>
      <vt:lpstr>Office Theme</vt:lpstr>
      <vt:lpstr>Final Project Presentation</vt:lpstr>
      <vt:lpstr>Project and system description</vt:lpstr>
      <vt:lpstr>Choice of communication Technology</vt:lpstr>
      <vt:lpstr>Choice of communication Technology 2</vt:lpstr>
      <vt:lpstr>RGB LEDs</vt:lpstr>
      <vt:lpstr>Server stored data</vt:lpstr>
      <vt:lpstr>Video of functionnality</vt:lpstr>
      <vt:lpstr>Thank you for your attention</vt:lpstr>
      <vt:lpstr>Exemple of code #1</vt:lpstr>
      <vt:lpstr>Exemple of code #2</vt:lpstr>
      <vt:lpstr>Exemple of code #3</vt:lpstr>
      <vt:lpstr>Bonjour</vt:lpstr>
      <vt:lpstr>La démonstration</vt:lpstr>
      <vt:lpstr>Veuillez patienter …  Pause café en cours</vt:lpstr>
      <vt:lpstr>Bref …</vt:lpstr>
      <vt:lpstr>Remerciement</vt:lpstr>
      <vt:lpstr>Merci de votre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Gael Chauvet</cp:lastModifiedBy>
  <cp:revision>7</cp:revision>
  <dcterms:created xsi:type="dcterms:W3CDTF">2012-12-03T06:56:55Z</dcterms:created>
  <dcterms:modified xsi:type="dcterms:W3CDTF">2026-01-29T21:56:09Z</dcterms:modified>
</cp:coreProperties>
</file>