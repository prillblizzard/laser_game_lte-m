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1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6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GB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 /><Relationship Id="rId18" Type="http://schemas.openxmlformats.org/officeDocument/2006/relationships/tableStyles" Target="tableStyles.xml" /><Relationship Id="rId19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8463302" name="Espace réservé d'en-tête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238152498" name="Espace réservé pour la date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fr-FR"/>
              <a:t>10/30/2013</a:t>
            </a:fld>
            <a:endParaRPr lang="fr-FR"/>
          </a:p>
        </p:txBody>
      </p:sp>
      <p:sp>
        <p:nvSpPr>
          <p:cNvPr id="1588624565" name="Espace réservé pour l'image de la diapositive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fr-FR"/>
          </a:p>
        </p:txBody>
      </p:sp>
      <p:sp>
        <p:nvSpPr>
          <p:cNvPr id="1878345429" name="Remarques Espace réservé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753105181" name="Espace réservé du pied de page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1262973189" name="Espace réservé du numéro de diapositive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dt="0" ftr="0" hdr="0" sldNum="1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 ?>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 ?>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2278106" name="Espace réservé pour l'image de la diapositive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40015111" name="Remarques Espace réservé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fr-FR">
              <a:latin typeface="Arial"/>
              <a:cs typeface="Arial"/>
            </a:endParaRPr>
          </a:p>
        </p:txBody>
      </p:sp>
      <p:sp>
        <p:nvSpPr>
          <p:cNvPr id="624867096" name="Espace réservé pour le numéro de diapositive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fr-FR"/>
              <a:t>1</a:t>
            </a:fld>
            <a:endParaRPr lang="fr-FR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963135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41215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67747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98CF4C-DF85-306F-6063-25A36D7F9FA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198367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933311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99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8169AB-9172-3A06-5F8E-D6B62CDA6B7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513797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80102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4259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40A21-BCCE-98A4-701D-39C45B924357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636C0C-A141-4F24-F2E8-5BCA1492A67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9503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978453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520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D83766B-D267-A387-A62B-F0081F3DBC4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6796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5975639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  <a:p>
            <a:pPr>
              <a:defRPr/>
            </a:pPr>
            <a:endParaRPr/>
          </a:p>
          <a:p>
            <a:pPr>
              <a:defRPr/>
            </a:pPr>
            <a:r>
              <a:rPr lang="fr-FR"/>
              <a:t>.</a:t>
            </a:r>
            <a:endParaRPr/>
          </a:p>
        </p:txBody>
      </p:sp>
      <p:sp>
        <p:nvSpPr>
          <p:cNvPr id="4685919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DBE6F6-7276-366D-C2A1-41D736A0859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675755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686284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4166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4266D5-73A1-54C4-04CE-D4B3E2B508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614794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66990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0934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364DD0-CA69-29AB-DE81-FDF42785DA1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17800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54209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2789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A99C6E-1B03-FE2B-1F63-CEFDE5734355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745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21265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972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022927-5078-EE08-45A7-AD96B8C99A3E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6065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865912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4757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D3EAFE-70D4-24C6-4322-7BBA93C6B33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e de titr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3512492" name="Titr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216109522" name="Sous-titr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fr-FR"/>
              <a:t>Modifiez le style des sous-titres du masque</a:t>
            </a:r>
            <a:endParaRPr lang="fr-FR"/>
          </a:p>
        </p:txBody>
      </p:sp>
      <p:sp>
        <p:nvSpPr>
          <p:cNvPr id="99306960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1290294816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721691789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re et contenu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343955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725973378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84181192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1637772309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516366583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Titre de sec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630997" name="Titr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940697875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69544301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1778562157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504657571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Deux contenus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105429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668102972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950478841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314838564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683084425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227372212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2702997" name="Titr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2672495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106020727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2071568336" name="Espace réservé du texte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635586545" name="Espace réservé du contenu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026786876" name="Espace réservé de la date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622294265" name="Espace réservé du pied de page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388807381" name="Espace réservé du numéro de diapositive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re seu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816934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861319340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266374064" name="Espace réservé du pied de page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23023009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V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1295770" name="Espace réservé de la date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1616733575" name="Espace réservé du pied de page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536911997" name="Espace réservé du numéro de diapositive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u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600383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2126280210" name="Espace réservé du contenu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2058330930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408373664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2131235572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466771879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 avec légen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3432443" name="Titr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851571280" name="Espace réservé pour une image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fr-FR"/>
              <a:t>Cliquez sur l'icône pour ajouter une image</a:t>
            </a:r>
            <a:endParaRPr lang="fr-FR"/>
          </a:p>
        </p:txBody>
      </p:sp>
      <p:sp>
        <p:nvSpPr>
          <p:cNvPr id="623502358" name="Espace réservé du texte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</p:txBody>
      </p:sp>
      <p:sp>
        <p:nvSpPr>
          <p:cNvPr id="310511157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607177604" name="Espace réservé du pied de page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716130647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re et texte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60993687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433729812" name="Espace réservé du texte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1899957937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342442691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1214608096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itre vertical et text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1631216" name="Titre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1173988550" name="Espace réservé du texte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804566604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626555013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fr-FR"/>
          </a:p>
        </p:txBody>
      </p:sp>
      <p:sp>
        <p:nvSpPr>
          <p:cNvPr id="93878471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2235718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fr-FR"/>
              <a:t>Modifiez le style du titre</a:t>
            </a:r>
            <a:endParaRPr lang="fr-FR"/>
          </a:p>
        </p:txBody>
      </p:sp>
      <p:sp>
        <p:nvSpPr>
          <p:cNvPr id="53489462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fr-FR"/>
              <a:t>Modifiez les styles du texte du masque</a:t>
            </a:r>
            <a:endParaRPr/>
          </a:p>
          <a:p>
            <a:pPr lvl="1">
              <a:defRPr/>
            </a:pPr>
            <a:r>
              <a:rPr lang="fr-FR"/>
              <a:t>Deuxième niveau</a:t>
            </a:r>
            <a:endParaRPr/>
          </a:p>
          <a:p>
            <a:pPr lvl="2">
              <a:defRPr/>
            </a:pPr>
            <a:r>
              <a:rPr lang="fr-FR"/>
              <a:t>Troisième niveau</a:t>
            </a:r>
            <a:endParaRPr/>
          </a:p>
          <a:p>
            <a:pPr lvl="3">
              <a:defRPr/>
            </a:pPr>
            <a:r>
              <a:rPr lang="fr-FR"/>
              <a:t>Quatrième niveau</a:t>
            </a:r>
            <a:endParaRPr/>
          </a:p>
          <a:p>
            <a:pPr lvl="4">
              <a:defRPr/>
            </a:pPr>
            <a:r>
              <a:rPr lang="fr-FR"/>
              <a:t>Cinquième niveau</a:t>
            </a:r>
            <a:endParaRPr lang="fr-FR"/>
          </a:p>
        </p:txBody>
      </p:sp>
      <p:sp>
        <p:nvSpPr>
          <p:cNvPr id="2071193027" name="Espace réservé de la date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2121387355" name="Espace réservé du pied de page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8272115" name="Espace réservé du numéro de diapositive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fr-FR"/>
              <a:t>‹#›</a:t>
            </a:fld>
            <a:endParaRPr lang="fr-F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1" ftr="0" hdr="0" sldNum="1"/>
  <p:txStyles>
    <p:titleStyle>
      <a:lvl1pPr algn="l" defTabSz="914400" rtl="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5776247" name="Title 1"/>
          <p:cNvSpPr>
            <a:spLocks noGrp="1"/>
          </p:cNvSpPr>
          <p:nvPr>
            <p:ph type="ctrTitle"/>
          </p:nvPr>
        </p:nvSpPr>
        <p:spPr bwMode="auto">
          <a:xfrm>
            <a:off x="1523999" y="424996"/>
            <a:ext cx="9144000" cy="2387599"/>
          </a:xfrm>
        </p:spPr>
        <p:txBody>
          <a:bodyPr/>
          <a:lstStyle/>
          <a:p>
            <a:pPr>
              <a:defRPr/>
            </a:pPr>
            <a:r>
              <a:rPr lang="en-GB"/>
              <a:t>Final Project Presentation</a:t>
            </a:r>
            <a:endParaRPr lang="en-GB"/>
          </a:p>
        </p:txBody>
      </p:sp>
      <p:sp>
        <p:nvSpPr>
          <p:cNvPr id="316090562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2904671"/>
            <a:ext cx="9144000" cy="1655761"/>
          </a:xfrm>
        </p:spPr>
        <p:txBody>
          <a:bodyPr/>
          <a:lstStyle/>
          <a:p>
            <a:pPr>
              <a:defRPr/>
            </a:pPr>
            <a:r>
              <a:rPr lang="en-GB"/>
              <a:t>Laser Tag System by Gaël Chauvet</a:t>
            </a:r>
            <a:endParaRPr lang="en-GB"/>
          </a:p>
        </p:txBody>
      </p:sp>
      <p:sp>
        <p:nvSpPr>
          <p:cNvPr id="1221779499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8D0B6D8-D5A5-08F7-E169-A4E5249FEDE5}" type="slidenum">
              <a:rPr lang="fr-FR"/>
              <a:t/>
            </a:fld>
            <a:endParaRPr/>
          </a:p>
        </p:txBody>
      </p:sp>
      <p:sp>
        <p:nvSpPr>
          <p:cNvPr id="1058201927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pic>
        <p:nvPicPr>
          <p:cNvPr id="71429852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3581399" y="3343955"/>
            <a:ext cx="5029199" cy="273494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020423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GB"/>
              <a:t>Project and system description</a:t>
            </a:r>
            <a:endParaRPr lang="en-GB"/>
          </a:p>
        </p:txBody>
      </p:sp>
      <p:sp>
        <p:nvSpPr>
          <p:cNvPr id="216973212" name="Espace réservé du contenu 2"/>
          <p:cNvSpPr>
            <a:spLocks noGrp="1"/>
          </p:cNvSpPr>
          <p:nvPr>
            <p:ph idx="1"/>
          </p:nvPr>
        </p:nvSpPr>
        <p:spPr bwMode="auto">
          <a:xfrm flipH="0" flipV="0">
            <a:off x="4560133" y="1825624"/>
            <a:ext cx="6793665" cy="4351338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35101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8554F39-F816-CC70-5843-C0DA66E0FFFA}" type="slidenum">
              <a:rPr lang="fr-FR"/>
              <a:t/>
            </a:fld>
            <a:endParaRPr/>
          </a:p>
        </p:txBody>
      </p:sp>
      <p:sp>
        <p:nvSpPr>
          <p:cNvPr id="1471778160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pic>
        <p:nvPicPr>
          <p:cNvPr id="642048866" name=""/>
          <p:cNvPicPr>
            <a:picLocks noChangeAspect="1"/>
          </p:cNvPicPr>
          <p:nvPr/>
        </p:nvPicPr>
        <p:blipFill rotWithShape="1">
          <a:blip r:embed="rId3"/>
          <a:srcRect l="0" t="0" r="29998" b="0"/>
          <a:stretch/>
        </p:blipFill>
        <p:spPr bwMode="auto">
          <a:xfrm flipH="0" flipV="0">
            <a:off x="1025298" y="1825624"/>
            <a:ext cx="2879271" cy="411313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9778119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Choice of communication Technology</a:t>
            </a:r>
            <a:endParaRPr/>
          </a:p>
        </p:txBody>
      </p:sp>
      <p:sp>
        <p:nvSpPr>
          <p:cNvPr id="918994536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514003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F8BCACA-0982-66A4-4E44-6A58C6D6DC4C}" type="slidenum">
              <a:rPr lang="fr-FR"/>
              <a:t/>
            </a:fld>
            <a:endParaRPr/>
          </a:p>
        </p:txBody>
      </p:sp>
      <p:sp>
        <p:nvSpPr>
          <p:cNvPr id="1948872305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2104705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Choice of communication Technology 2</a:t>
            </a:r>
            <a:endParaRPr sz="4400"/>
          </a:p>
        </p:txBody>
      </p:sp>
      <p:sp>
        <p:nvSpPr>
          <p:cNvPr id="1386034613" name="Espace réservé du contenu 2"/>
          <p:cNvSpPr>
            <a:spLocks noGrp="1"/>
          </p:cNvSpPr>
          <p:nvPr>
            <p:ph sz="half" idx="1"/>
          </p:nvPr>
        </p:nvSpPr>
        <p:spPr bwMode="auto">
          <a:xfrm flipH="0" flipV="0">
            <a:off x="838198" y="1825624"/>
            <a:ext cx="5181599" cy="2800803"/>
          </a:xfrm>
        </p:spPr>
        <p:txBody>
          <a:bodyPr/>
          <a:lstStyle/>
          <a:p>
            <a:pPr>
              <a:defRPr/>
            </a:pPr>
            <a:r>
              <a:rPr/>
              <a:t>IR</a:t>
            </a:r>
            <a:endParaRPr/>
          </a:p>
        </p:txBody>
      </p:sp>
      <p:sp>
        <p:nvSpPr>
          <p:cNvPr id="1501225165" name="Espace réservé du contenu 3"/>
          <p:cNvSpPr>
            <a:spLocks noGrp="1"/>
          </p:cNvSpPr>
          <p:nvPr>
            <p:ph sz="half" idx="2"/>
          </p:nvPr>
        </p:nvSpPr>
        <p:spPr bwMode="auto">
          <a:xfrm flipH="0" flipV="0">
            <a:off x="6172200" y="1825624"/>
            <a:ext cx="5181599" cy="2800803"/>
          </a:xfrm>
        </p:spPr>
        <p:txBody>
          <a:bodyPr/>
          <a:lstStyle/>
          <a:p>
            <a:pPr>
              <a:defRPr/>
            </a:pPr>
            <a:r>
              <a:rPr/>
              <a:t>Lase</a:t>
            </a:r>
            <a:r>
              <a:rPr lang="fr-FR"/>
              <a:t>r</a:t>
            </a:r>
            <a:endParaRPr/>
          </a:p>
        </p:txBody>
      </p:sp>
      <p:sp>
        <p:nvSpPr>
          <p:cNvPr id="1358067683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5E5FCCA-4187-B5C6-F005-FDC694FE9EBA}" type="slidenum">
              <a:rPr lang="fr-FR"/>
              <a:t/>
            </a:fld>
            <a:endParaRPr/>
          </a:p>
        </p:txBody>
      </p:sp>
      <p:sp>
        <p:nvSpPr>
          <p:cNvPr id="1001391507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1094226" name="Titre 1"/>
          <p:cNvSpPr>
            <a:spLocks noGrp="1"/>
          </p:cNvSpPr>
          <p:nvPr>
            <p:ph type="title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/>
          </a:bodyPr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Devellopement of communication Technology</a:t>
            </a:r>
            <a:endParaRPr sz="4400"/>
          </a:p>
        </p:txBody>
      </p:sp>
      <p:sp>
        <p:nvSpPr>
          <p:cNvPr id="1446329366" name="Espace réservé du contenu 2"/>
          <p:cNvSpPr>
            <a:spLocks noGrp="1"/>
          </p:cNvSpPr>
          <p:nvPr>
            <p:ph sz="half" idx="1"/>
          </p:nvPr>
        </p:nvSpPr>
        <p:spPr bwMode="auto">
          <a:xfrm>
            <a:off x="838199" y="1825624"/>
            <a:ext cx="5181599" cy="4351338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936065" name="Espace réservé du contenu 3"/>
          <p:cNvSpPr>
            <a:spLocks noGrp="1"/>
          </p:cNvSpPr>
          <p:nvPr>
            <p:ph sz="half" idx="2"/>
          </p:nvPr>
        </p:nvSpPr>
        <p:spPr bwMode="auto">
          <a:xfrm>
            <a:off x="6172200" y="1825624"/>
            <a:ext cx="5181599" cy="4351338"/>
          </a:xfrm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997" name="Espace réservé de la date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1119506242" name="Espace réservé du numéro de diapositive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CBC5759C-0467-9260-2780-50138569D42C}" type="slidenum">
              <a:rPr lang="fr-FR"/>
              <a:t/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8221039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Server stored data</a:t>
            </a:r>
            <a:endParaRPr/>
          </a:p>
        </p:txBody>
      </p:sp>
      <p:sp>
        <p:nvSpPr>
          <p:cNvPr id="1300701636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1039914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9DF27AFD-43EE-4899-356B-57C3E2D3357B}" type="slidenum">
              <a:rPr lang="fr-FR"/>
              <a:t/>
            </a:fld>
            <a:endParaRPr/>
          </a:p>
        </p:txBody>
      </p:sp>
      <p:sp>
        <p:nvSpPr>
          <p:cNvPr id="1985312033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5495665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RGB LEDs</a:t>
            </a:r>
            <a:endParaRPr/>
          </a:p>
        </p:txBody>
      </p:sp>
      <p:sp>
        <p:nvSpPr>
          <p:cNvPr id="1692309627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859281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F041B07B-4BE3-83D6-CBBE-6B3D0E28D179}" type="slidenum">
              <a:rPr lang="fr-FR"/>
              <a:t/>
            </a:fld>
            <a:endParaRPr/>
          </a:p>
        </p:txBody>
      </p:sp>
      <p:sp>
        <p:nvSpPr>
          <p:cNvPr id="574603365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1325078919" name="Espace réservé du pied de page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746572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Video of functionnality</a:t>
            </a:r>
            <a:endParaRPr/>
          </a:p>
        </p:txBody>
      </p:sp>
      <p:sp>
        <p:nvSpPr>
          <p:cNvPr id="1784715862" name="Espace réservé du contenu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feasibility</a:t>
            </a:r>
            <a:r>
              <a:rPr/>
              <a:t> of projet</a:t>
            </a:r>
            <a:endParaRPr/>
          </a:p>
          <a:p>
            <a:pPr>
              <a:defRPr/>
            </a:pPr>
            <a:r>
              <a:rPr/>
              <a:t>(Describing what is happening on the screen)</a:t>
            </a:r>
            <a:endParaRPr/>
          </a:p>
          <a:p>
            <a:pPr>
              <a:defRPr/>
            </a:pPr>
            <a:endParaRPr/>
          </a:p>
        </p:txBody>
      </p:sp>
      <p:sp>
        <p:nvSpPr>
          <p:cNvPr id="2139708925" name="Espace réservé du numéro de diapositive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D208D9F0-C16A-429C-FBEB-5E3ADF800BBD}" type="slidenum">
              <a:rPr lang="fr-FR"/>
              <a:t/>
            </a:fld>
            <a:endParaRPr/>
          </a:p>
        </p:txBody>
      </p:sp>
      <p:sp>
        <p:nvSpPr>
          <p:cNvPr id="2017471056" name="Espace réservé de la date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5079900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Thank you for your attention</a:t>
            </a:r>
            <a:endParaRPr/>
          </a:p>
        </p:txBody>
      </p:sp>
      <p:sp>
        <p:nvSpPr>
          <p:cNvPr id="98579082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2031335436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159E1E4-1DDC-AAFE-4B0F-AF3554B29A48}" type="slidenum">
              <a:rPr lang="fr-FR"/>
              <a:t/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5217383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/>
              <a:t>Exemple of code #1</a:t>
            </a:r>
            <a:endParaRPr/>
          </a:p>
        </p:txBody>
      </p:sp>
      <p:sp>
        <p:nvSpPr>
          <p:cNvPr id="1601686499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711914420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1A3A6BC6-A3CF-1FCD-B8B0-A4EF1A24EABF}" type="slidenum">
              <a:rPr lang="fr-FR"/>
              <a:t/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592955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 of code #2</a:t>
            </a:r>
            <a:endParaRPr/>
          </a:p>
        </p:txBody>
      </p:sp>
      <p:sp>
        <p:nvSpPr>
          <p:cNvPr id="466573792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921629484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3049145-3055-3470-E904-AF1360FED3B1}" type="slidenum">
              <a:rPr lang="fr-FR"/>
              <a:t/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684596" name="Titr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fr-FR" sz="4400" b="0" i="0" u="none" strike="noStrike" cap="none" spc="0">
                <a:solidFill>
                  <a:schemeClr val="tx1"/>
                </a:solidFill>
                <a:latin typeface="+mj-lt"/>
                <a:ea typeface="+mj-ea"/>
                <a:cs typeface="+mj-cs"/>
              </a:rPr>
              <a:t>Exemple of code #3</a:t>
            </a:r>
            <a:endParaRPr/>
          </a:p>
        </p:txBody>
      </p:sp>
      <p:sp>
        <p:nvSpPr>
          <p:cNvPr id="186283850" name="Espace réservé de la date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04/02/2026</a:t>
            </a:r>
            <a:endParaRPr/>
          </a:p>
        </p:txBody>
      </p:sp>
      <p:sp>
        <p:nvSpPr>
          <p:cNvPr id="942209459" name="Espace réservé du numéro de diapositive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542E42B6-B5E3-E305-D03A-552A20660560}" type="slidenum">
              <a:rPr lang="fr-FR"/>
              <a:t/>
            </a:fld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ONLYOFFICE/9.2.1.43</Application>
  <PresentationFormat>On-screen Show (4:3)</PresentationFormat>
  <Paragraphs>0</Paragraphs>
  <Slides>12</Slides>
  <Notes>12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created xsi:type="dcterms:W3CDTF">2012-12-03T06:56:55Z</dcterms:created>
  <dcterms:modified xsi:type="dcterms:W3CDTF">2026-01-30T09:54:04Z</dcterms:modified>
</cp:coreProperties>
</file>