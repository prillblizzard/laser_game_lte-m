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GB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663531" name="Espace réservé d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98792798" name="Espace réservé pour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fr-FR"/>
              <a:t>10/30/2013</a:t>
            </a:fld>
            <a:endParaRPr lang="fr-FR"/>
          </a:p>
        </p:txBody>
      </p:sp>
      <p:sp>
        <p:nvSpPr>
          <p:cNvPr id="875543250" name="Espace réservé pour l'image de la diapositive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1197618634" name="Remarques Espace réservé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737484644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76544343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1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896177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3446305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2063530859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34374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26083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90616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98CF4C-DF85-306F-6063-25A36D7F9F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5929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73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936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8169AB-9172-3A06-5F8E-D6B62CDA6B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83051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87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3797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40A21-BCCE-98A4-701D-39C45B9243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166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1996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894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DBE6F6-7276-366D-C2A1-41D736A08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577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6899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578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83766B-D267-A387-A62B-F0081F3DBC4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3967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0390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3738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4266D5-73A1-54C4-04CE-D4B3E2B508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364DD0-CA69-29AB-DE81-FDF42785DA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A99C6E-1B03-FE2B-1F63-CEFDE57343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022927-5078-EE08-45A7-AD96B8C99A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D3EAFE-70D4-24C6-4322-7BBA93C6B3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048293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240399984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 lang="fr-FR"/>
          </a:p>
        </p:txBody>
      </p:sp>
      <p:sp>
        <p:nvSpPr>
          <p:cNvPr id="1490822102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04/02/2026</a:t>
            </a:r>
            <a:endParaRPr/>
          </a:p>
        </p:txBody>
      </p:sp>
      <p:sp>
        <p:nvSpPr>
          <p:cNvPr id="705500784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554814798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145746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150628727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924422811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04/02/2026</a:t>
            </a:r>
            <a:endParaRPr/>
          </a:p>
        </p:txBody>
      </p:sp>
      <p:sp>
        <p:nvSpPr>
          <p:cNvPr id="758706057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9374381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965318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871778658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45032999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04/02/2026</a:t>
            </a:r>
            <a:endParaRPr/>
          </a:p>
        </p:txBody>
      </p:sp>
      <p:sp>
        <p:nvSpPr>
          <p:cNvPr id="1166769557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10393316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7239229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830757372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563831490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80071126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04/02/2026</a:t>
            </a:r>
            <a:endParaRPr/>
          </a:p>
        </p:txBody>
      </p:sp>
      <p:sp>
        <p:nvSpPr>
          <p:cNvPr id="189566129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055577025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7155316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651647358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400436157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995070145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561444073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97026910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04/02/2026</a:t>
            </a:r>
            <a:endParaRPr/>
          </a:p>
        </p:txBody>
      </p:sp>
      <p:sp>
        <p:nvSpPr>
          <p:cNvPr id="1144942243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827100226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260299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610753270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04/02/2026</a:t>
            </a:r>
            <a:endParaRPr/>
          </a:p>
        </p:txBody>
      </p:sp>
      <p:sp>
        <p:nvSpPr>
          <p:cNvPr id="1410394645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98827524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240291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04/02/2026</a:t>
            </a:r>
            <a:endParaRPr/>
          </a:p>
        </p:txBody>
      </p:sp>
      <p:sp>
        <p:nvSpPr>
          <p:cNvPr id="836989763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46750421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930880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879073902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651204453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454302228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04/02/2026</a:t>
            </a:r>
            <a:endParaRPr/>
          </a:p>
        </p:txBody>
      </p:sp>
      <p:sp>
        <p:nvSpPr>
          <p:cNvPr id="2050689378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91696313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316497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931571289" name="Espace réservé pour une image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fr-FR"/>
          </a:p>
        </p:txBody>
      </p:sp>
      <p:sp>
        <p:nvSpPr>
          <p:cNvPr id="326188886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859907290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04/02/2026</a:t>
            </a:r>
            <a:endParaRPr/>
          </a:p>
        </p:txBody>
      </p:sp>
      <p:sp>
        <p:nvSpPr>
          <p:cNvPr id="1933874769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18975890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3618059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892458327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327774536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04/02/2026</a:t>
            </a:r>
            <a:endParaRPr/>
          </a:p>
        </p:txBody>
      </p:sp>
      <p:sp>
        <p:nvSpPr>
          <p:cNvPr id="1122112209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139899662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9972882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963219987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380805657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04/02/2026</a:t>
            </a:r>
            <a:endParaRPr/>
          </a:p>
        </p:txBody>
      </p:sp>
      <p:sp>
        <p:nvSpPr>
          <p:cNvPr id="116931734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90729509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574221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505348625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617478620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/>
              <a:t>04/02/2026</a:t>
            </a:r>
            <a:endParaRPr/>
          </a:p>
        </p:txBody>
      </p:sp>
      <p:sp>
        <p:nvSpPr>
          <p:cNvPr id="1067707036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3560205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1" ftr="0" hdr="0" sldNum="1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145806" name="Title 1"/>
          <p:cNvSpPr>
            <a:spLocks noGrp="1"/>
          </p:cNvSpPr>
          <p:nvPr>
            <p:ph type="ctrTitle"/>
          </p:nvPr>
        </p:nvSpPr>
        <p:spPr bwMode="auto">
          <a:xfrm>
            <a:off x="1523999" y="424996"/>
            <a:ext cx="9144000" cy="2387599"/>
          </a:xfrm>
        </p:spPr>
        <p:txBody>
          <a:bodyPr/>
          <a:lstStyle/>
          <a:p>
            <a:pPr>
              <a:defRPr/>
            </a:pPr>
            <a:r>
              <a:rPr lang="en-GB"/>
              <a:t>Final Project Presentation</a:t>
            </a:r>
            <a:endParaRPr lang="en-GB"/>
          </a:p>
        </p:txBody>
      </p:sp>
      <p:sp>
        <p:nvSpPr>
          <p:cNvPr id="74619587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2904671"/>
            <a:ext cx="9144000" cy="1655761"/>
          </a:xfrm>
        </p:spPr>
        <p:txBody>
          <a:bodyPr/>
          <a:lstStyle/>
          <a:p>
            <a:pPr>
              <a:defRPr/>
            </a:pPr>
            <a:r>
              <a:rPr lang="en-GB"/>
              <a:t>Laser Tag System by Gaël Chauvet</a:t>
            </a:r>
            <a:endParaRPr lang="en-GB"/>
          </a:p>
        </p:txBody>
      </p:sp>
      <p:sp>
        <p:nvSpPr>
          <p:cNvPr id="1971701423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8D0B6D8-D5A5-08F7-E169-A4E5249FEDE5}" type="slidenum">
              <a:rPr lang="fr-FR"/>
              <a:t/>
            </a:fld>
            <a:endParaRPr/>
          </a:p>
        </p:txBody>
      </p:sp>
      <p:sp>
        <p:nvSpPr>
          <p:cNvPr id="2135210665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04/02/2026</a:t>
            </a:r>
            <a:endParaRPr/>
          </a:p>
        </p:txBody>
      </p:sp>
      <p:pic>
        <p:nvPicPr>
          <p:cNvPr id="5986710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581399" y="3343955"/>
            <a:ext cx="5029199" cy="27349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714675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Project and system description</a:t>
            </a:r>
            <a:endParaRPr lang="en-GB"/>
          </a:p>
        </p:txBody>
      </p:sp>
      <p:sp>
        <p:nvSpPr>
          <p:cNvPr id="284123368" name="Espace réservé du contenu 2"/>
          <p:cNvSpPr>
            <a:spLocks noGrp="1"/>
          </p:cNvSpPr>
          <p:nvPr>
            <p:ph idx="1"/>
          </p:nvPr>
        </p:nvSpPr>
        <p:spPr bwMode="auto">
          <a:xfrm flipH="0" flipV="0">
            <a:off x="4560133" y="1825624"/>
            <a:ext cx="6793665" cy="4351338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59162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8554F39-F816-CC70-5843-C0DA66E0FFFA}" type="slidenum">
              <a:rPr lang="fr-FR"/>
              <a:t/>
            </a:fld>
            <a:endParaRPr/>
          </a:p>
        </p:txBody>
      </p:sp>
      <p:sp>
        <p:nvSpPr>
          <p:cNvPr id="965643081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04/02/2026</a:t>
            </a:r>
            <a:endParaRPr/>
          </a:p>
        </p:txBody>
      </p:sp>
      <p:pic>
        <p:nvPicPr>
          <p:cNvPr id="2014333340" name=""/>
          <p:cNvPicPr>
            <a:picLocks noChangeAspect="1"/>
          </p:cNvPicPr>
          <p:nvPr/>
        </p:nvPicPr>
        <p:blipFill rotWithShape="1">
          <a:blip r:embed="rId3"/>
          <a:srcRect l="0" t="0" r="29998" b="0"/>
          <a:stretch/>
        </p:blipFill>
        <p:spPr bwMode="auto">
          <a:xfrm flipH="0" flipV="0">
            <a:off x="1025298" y="1825624"/>
            <a:ext cx="2879271" cy="41131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41344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Choice of communication Technology</a:t>
            </a:r>
            <a:endParaRPr/>
          </a:p>
        </p:txBody>
      </p:sp>
      <p:sp>
        <p:nvSpPr>
          <p:cNvPr id="1473875778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260553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8BCACA-0982-66A4-4E44-6A58C6D6DC4C}" type="slidenum">
              <a:rPr lang="fr-FR"/>
              <a:t/>
            </a:fld>
            <a:endParaRPr/>
          </a:p>
        </p:txBody>
      </p:sp>
      <p:sp>
        <p:nvSpPr>
          <p:cNvPr id="1224031798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04/02/2026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64736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Choice of communication Technology 2</a:t>
            </a:r>
            <a:endParaRPr sz="4400"/>
          </a:p>
        </p:txBody>
      </p:sp>
      <p:sp>
        <p:nvSpPr>
          <p:cNvPr id="212014779" name="Espace réservé du contenu 2"/>
          <p:cNvSpPr>
            <a:spLocks noGrp="1"/>
          </p:cNvSpPr>
          <p:nvPr>
            <p:ph sz="half" idx="1"/>
          </p:nvPr>
        </p:nvSpPr>
        <p:spPr bwMode="auto">
          <a:xfrm flipH="0" flipV="0">
            <a:off x="838198" y="1825624"/>
            <a:ext cx="5181599" cy="2800803"/>
          </a:xfrm>
        </p:spPr>
        <p:txBody>
          <a:bodyPr/>
          <a:lstStyle/>
          <a:p>
            <a:pPr>
              <a:defRPr/>
            </a:pPr>
            <a:r>
              <a:rPr/>
              <a:t>IR</a:t>
            </a:r>
            <a:endParaRPr/>
          </a:p>
        </p:txBody>
      </p:sp>
      <p:sp>
        <p:nvSpPr>
          <p:cNvPr id="650899715" name="Espace réservé du contenu 3"/>
          <p:cNvSpPr>
            <a:spLocks noGrp="1"/>
          </p:cNvSpPr>
          <p:nvPr>
            <p:ph sz="half" idx="2"/>
          </p:nvPr>
        </p:nvSpPr>
        <p:spPr bwMode="auto">
          <a:xfrm flipH="0" flipV="0">
            <a:off x="6172200" y="1825624"/>
            <a:ext cx="5181599" cy="2800803"/>
          </a:xfrm>
        </p:spPr>
        <p:txBody>
          <a:bodyPr/>
          <a:lstStyle/>
          <a:p>
            <a:pPr>
              <a:defRPr/>
            </a:pPr>
            <a:r>
              <a:rPr/>
              <a:t>Lase</a:t>
            </a:r>
            <a:endParaRPr/>
          </a:p>
        </p:txBody>
      </p:sp>
      <p:sp>
        <p:nvSpPr>
          <p:cNvPr id="656491572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5E5FCCA-4187-B5C6-F005-FDC694FE9EBA}" type="slidenum">
              <a:rPr lang="fr-FR"/>
              <a:t/>
            </a:fld>
            <a:endParaRPr/>
          </a:p>
        </p:txBody>
      </p:sp>
      <p:sp>
        <p:nvSpPr>
          <p:cNvPr id="978480078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04/02/2026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336958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RGB LEDs</a:t>
            </a:r>
            <a:endParaRPr/>
          </a:p>
        </p:txBody>
      </p:sp>
      <p:sp>
        <p:nvSpPr>
          <p:cNvPr id="1436195282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720791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041B07B-4BE3-83D6-CBBE-6B3D0E28D179}" type="slidenum">
              <a:rPr lang="fr-FR"/>
              <a:t/>
            </a:fld>
            <a:endParaRPr/>
          </a:p>
        </p:txBody>
      </p:sp>
      <p:sp>
        <p:nvSpPr>
          <p:cNvPr id="956192299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04/02/2026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3495573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Server stored data</a:t>
            </a:r>
            <a:endParaRPr/>
          </a:p>
        </p:txBody>
      </p:sp>
      <p:sp>
        <p:nvSpPr>
          <p:cNvPr id="1219435151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907199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DF27AFD-43EE-4899-356B-57C3E2D3357B}" type="slidenum">
              <a:rPr lang="fr-FR"/>
              <a:t/>
            </a:fld>
            <a:endParaRPr/>
          </a:p>
        </p:txBody>
      </p:sp>
      <p:sp>
        <p:nvSpPr>
          <p:cNvPr id="2065548379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04/02/2026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9933483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Video of functionnality</a:t>
            </a:r>
            <a:endParaRPr/>
          </a:p>
        </p:txBody>
      </p:sp>
      <p:sp>
        <p:nvSpPr>
          <p:cNvPr id="101397041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feasibility</a:t>
            </a:r>
            <a:r>
              <a:rPr/>
              <a:t> of projet</a:t>
            </a:r>
            <a:endParaRPr/>
          </a:p>
          <a:p>
            <a:pPr>
              <a:defRPr/>
            </a:pPr>
            <a:r>
              <a:rPr/>
              <a:t>(Describing what is happening on the screen)</a:t>
            </a:r>
            <a:endParaRPr/>
          </a:p>
          <a:p>
            <a:pPr>
              <a:defRPr/>
            </a:pPr>
            <a:endParaRPr/>
          </a:p>
        </p:txBody>
      </p:sp>
      <p:sp>
        <p:nvSpPr>
          <p:cNvPr id="165211069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208D9F0-C16A-429C-FBEB-5E3ADF800BBD}" type="slidenum">
              <a:rPr lang="fr-FR"/>
              <a:t/>
            </a:fld>
            <a:endParaRPr/>
          </a:p>
        </p:txBody>
      </p:sp>
      <p:sp>
        <p:nvSpPr>
          <p:cNvPr id="689387526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04/02/2026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385368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Thank you for your attention</a:t>
            </a:r>
            <a:endParaRPr/>
          </a:p>
        </p:txBody>
      </p:sp>
      <p:sp>
        <p:nvSpPr>
          <p:cNvPr id="2109573538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04/02/2026</a:t>
            </a:r>
            <a:endParaRPr/>
          </a:p>
        </p:txBody>
      </p:sp>
      <p:sp>
        <p:nvSpPr>
          <p:cNvPr id="2137186509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159E1E4-1DDC-AAFE-4B0F-AF3554B29A48}" type="slidenum">
              <a:rPr lang="fr-FR"/>
              <a:t/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190713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Exemple of code #1</a:t>
            </a:r>
            <a:endParaRPr/>
          </a:p>
        </p:txBody>
      </p:sp>
      <p:sp>
        <p:nvSpPr>
          <p:cNvPr id="701206748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04/02/2026</a:t>
            </a:r>
            <a:endParaRPr/>
          </a:p>
        </p:txBody>
      </p:sp>
      <p:sp>
        <p:nvSpPr>
          <p:cNvPr id="101568447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A3A6BC6-A3CF-1FCD-B8B0-A4EF1A24EABF}" type="slidenum">
              <a:rPr lang="fr-FR"/>
              <a:t/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362919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Exemple of code #2</a:t>
            </a:r>
            <a:endParaRPr/>
          </a:p>
        </p:txBody>
      </p:sp>
      <p:sp>
        <p:nvSpPr>
          <p:cNvPr id="1777033340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04/02/2026</a:t>
            </a:r>
            <a:endParaRPr/>
          </a:p>
        </p:txBody>
      </p:sp>
      <p:sp>
        <p:nvSpPr>
          <p:cNvPr id="1183545330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3049145-3055-3470-E904-AF1360FED3B1}" type="slidenum">
              <a:rPr lang="fr-FR"/>
              <a:t/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577517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Exemple of code #3</a:t>
            </a:r>
            <a:endParaRPr/>
          </a:p>
        </p:txBody>
      </p:sp>
      <p:sp>
        <p:nvSpPr>
          <p:cNvPr id="1059539457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04/02/2026</a:t>
            </a:r>
            <a:endParaRPr/>
          </a:p>
        </p:txBody>
      </p:sp>
      <p:sp>
        <p:nvSpPr>
          <p:cNvPr id="1197395050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42E42B6-B5E3-E305-D03A-552A20660560}" type="slidenum">
              <a:rPr lang="fr-FR"/>
              <a:t/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created xsi:type="dcterms:W3CDTF">2012-12-03T06:56:55Z</dcterms:created>
  <dcterms:modified xsi:type="dcterms:W3CDTF">2026-01-29T15:45:18Z</dcterms:modified>
</cp:coreProperties>
</file>